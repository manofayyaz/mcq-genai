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de-Restructuring-in-Software-Engineering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de-Restructuring-in-Software-Engineering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de-Restructuring-in-Software-Engineering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ode-Restructuring-in-Software-Engineering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ode-Restructuring-in-Software-Engineering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de-Restructuring-in-Software-Engineering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de-Restructuring-in-Software-Engineering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ode-Restructuring-in-Software-Engineering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de-Restructuring-in-Software-Engineering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ode-Restructuring-in-Software-Engineering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ode-Restructuring-in-Software-Engineering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ode-Restructuring-in-Software-Engineering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ode-Restructuring-in-Software-Engineering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ode-Restructuring-in-Software-Engineering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ode-Restructuring-in-Software-Engineering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ode-Restructuring-in-Software-Engineering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ode-Restructuring-in-Software-Engineering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ode-Restructuring-in-Software-Engineering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ode-Restructuring-in-Software-Engineering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ode-Restructuring-in-Software-Engineering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ode-Restructuring-in-Software-Engineering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ode-Restructuring-in-Software-Engineering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