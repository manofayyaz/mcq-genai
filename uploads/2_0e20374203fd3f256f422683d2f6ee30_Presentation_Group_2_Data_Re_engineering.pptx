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1" r:id="rId6"/>
    <p:sldId id="262" r:id="rId7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f192238287e27194" providerId="LiveId" clId="{ED9C56F4-51D4-4B25-9388-AFD9E5956FCA}"/>
    <pc:docChg chg="undo custSel addSld delSld modSld sldOrd">
      <pc:chgData name="" userId="f192238287e27194" providerId="LiveId" clId="{ED9C56F4-51D4-4B25-9388-AFD9E5956FCA}" dt="2025-10-11T14:45:46.578" v="310" actId="207"/>
      <pc:docMkLst>
        <pc:docMk/>
      </pc:docMkLst>
      <pc:sldChg chg="modSp">
        <pc:chgData name="" userId="f192238287e27194" providerId="LiveId" clId="{ED9C56F4-51D4-4B25-9388-AFD9E5956FCA}" dt="2025-10-11T14:44:03.575" v="243" actId="12"/>
        <pc:sldMkLst>
          <pc:docMk/>
          <pc:sldMk cId="2339514098" sldId="256"/>
        </pc:sldMkLst>
        <pc:spChg chg="mod">
          <ac:chgData name="" userId="f192238287e27194" providerId="LiveId" clId="{ED9C56F4-51D4-4B25-9388-AFD9E5956FCA}" dt="2025-10-11T14:25:59.666" v="14" actId="14100"/>
          <ac:spMkLst>
            <pc:docMk/>
            <pc:sldMk cId="2339514098" sldId="256"/>
            <ac:spMk id="4" creationId="{66B342A1-1156-46B6-97F7-4939700351D7}"/>
          </ac:spMkLst>
        </pc:spChg>
        <pc:spChg chg="mod">
          <ac:chgData name="" userId="f192238287e27194" providerId="LiveId" clId="{ED9C56F4-51D4-4B25-9388-AFD9E5956FCA}" dt="2025-10-11T14:25:54.618" v="13" actId="1076"/>
          <ac:spMkLst>
            <pc:docMk/>
            <pc:sldMk cId="2339514098" sldId="256"/>
            <ac:spMk id="5" creationId="{D8545B55-1C65-4AA3-B4D9-B7E828A8E88D}"/>
          </ac:spMkLst>
        </pc:spChg>
        <pc:spChg chg="mod">
          <ac:chgData name="" userId="f192238287e27194" providerId="LiveId" clId="{ED9C56F4-51D4-4B25-9388-AFD9E5956FCA}" dt="2025-10-11T14:44:03.575" v="243" actId="12"/>
          <ac:spMkLst>
            <pc:docMk/>
            <pc:sldMk cId="2339514098" sldId="256"/>
            <ac:spMk id="9" creationId="{B6874ED9-9816-400D-9923-8B170956CCAD}"/>
          </ac:spMkLst>
        </pc:spChg>
      </pc:sldChg>
      <pc:sldChg chg="modSp">
        <pc:chgData name="" userId="f192238287e27194" providerId="LiveId" clId="{ED9C56F4-51D4-4B25-9388-AFD9E5956FCA}" dt="2025-10-11T14:25:21.859" v="7" actId="14100"/>
        <pc:sldMkLst>
          <pc:docMk/>
          <pc:sldMk cId="162763680" sldId="257"/>
        </pc:sldMkLst>
        <pc:spChg chg="mod">
          <ac:chgData name="" userId="f192238287e27194" providerId="LiveId" clId="{ED9C56F4-51D4-4B25-9388-AFD9E5956FCA}" dt="2025-10-11T14:25:21.859" v="7" actId="14100"/>
          <ac:spMkLst>
            <pc:docMk/>
            <pc:sldMk cId="162763680" sldId="257"/>
            <ac:spMk id="4" creationId="{FDC0B9FB-5EA2-4A73-A320-CEC2AD2C9900}"/>
          </ac:spMkLst>
        </pc:spChg>
      </pc:sldChg>
      <pc:sldChg chg="modSp">
        <pc:chgData name="" userId="f192238287e27194" providerId="LiveId" clId="{ED9C56F4-51D4-4B25-9388-AFD9E5956FCA}" dt="2025-10-11T14:38:20.154" v="28" actId="14100"/>
        <pc:sldMkLst>
          <pc:docMk/>
          <pc:sldMk cId="1081391164" sldId="258"/>
        </pc:sldMkLst>
        <pc:spChg chg="mod">
          <ac:chgData name="" userId="f192238287e27194" providerId="LiveId" clId="{ED9C56F4-51D4-4B25-9388-AFD9E5956FCA}" dt="2025-10-11T14:26:25.753" v="17" actId="14100"/>
          <ac:spMkLst>
            <pc:docMk/>
            <pc:sldMk cId="1081391164" sldId="258"/>
            <ac:spMk id="4" creationId="{FDC0B9FB-5EA2-4A73-A320-CEC2AD2C9900}"/>
          </ac:spMkLst>
        </pc:spChg>
        <pc:spChg chg="mod">
          <ac:chgData name="" userId="f192238287e27194" providerId="LiveId" clId="{ED9C56F4-51D4-4B25-9388-AFD9E5956FCA}" dt="2025-10-11T14:24:54.699" v="4" actId="1076"/>
          <ac:spMkLst>
            <pc:docMk/>
            <pc:sldMk cId="1081391164" sldId="258"/>
            <ac:spMk id="20" creationId="{C67028A3-998C-45D9-93EF-526473EB3CDD}"/>
          </ac:spMkLst>
        </pc:spChg>
        <pc:spChg chg="mod">
          <ac:chgData name="" userId="f192238287e27194" providerId="LiveId" clId="{ED9C56F4-51D4-4B25-9388-AFD9E5956FCA}" dt="2025-10-11T14:24:52.450" v="3" actId="1076"/>
          <ac:spMkLst>
            <pc:docMk/>
            <pc:sldMk cId="1081391164" sldId="258"/>
            <ac:spMk id="21" creationId="{72AC322D-EF4D-4664-9099-7205DDC388A5}"/>
          </ac:spMkLst>
        </pc:spChg>
        <pc:spChg chg="mod">
          <ac:chgData name="" userId="f192238287e27194" providerId="LiveId" clId="{ED9C56F4-51D4-4B25-9388-AFD9E5956FCA}" dt="2025-10-11T14:24:49.523" v="2" actId="1076"/>
          <ac:spMkLst>
            <pc:docMk/>
            <pc:sldMk cId="1081391164" sldId="258"/>
            <ac:spMk id="22" creationId="{B4B5F296-9A84-49E2-B82D-810456E6C752}"/>
          </ac:spMkLst>
        </pc:spChg>
        <pc:spChg chg="mod">
          <ac:chgData name="" userId="f192238287e27194" providerId="LiveId" clId="{ED9C56F4-51D4-4B25-9388-AFD9E5956FCA}" dt="2025-10-11T14:24:45.877" v="1" actId="1076"/>
          <ac:spMkLst>
            <pc:docMk/>
            <pc:sldMk cId="1081391164" sldId="258"/>
            <ac:spMk id="23" creationId="{1B6C8E76-0DB3-4559-A3F8-DDA32A203A61}"/>
          </ac:spMkLst>
        </pc:spChg>
        <pc:spChg chg="mod">
          <ac:chgData name="" userId="f192238287e27194" providerId="LiveId" clId="{ED9C56F4-51D4-4B25-9388-AFD9E5956FCA}" dt="2025-10-11T14:36:32.916" v="25" actId="403"/>
          <ac:spMkLst>
            <pc:docMk/>
            <pc:sldMk cId="1081391164" sldId="258"/>
            <ac:spMk id="37" creationId="{1010C226-E4C3-4F53-A42D-DAE62F65AE68}"/>
          </ac:spMkLst>
        </pc:spChg>
        <pc:spChg chg="mod">
          <ac:chgData name="" userId="f192238287e27194" providerId="LiveId" clId="{ED9C56F4-51D4-4B25-9388-AFD9E5956FCA}" dt="2025-10-11T14:38:13.491" v="27" actId="1076"/>
          <ac:spMkLst>
            <pc:docMk/>
            <pc:sldMk cId="1081391164" sldId="258"/>
            <ac:spMk id="39" creationId="{3AF06D16-3FE6-4A53-BE88-FABB411A2C58}"/>
          </ac:spMkLst>
        </pc:spChg>
        <pc:picChg chg="mod">
          <ac:chgData name="" userId="f192238287e27194" providerId="LiveId" clId="{ED9C56F4-51D4-4B25-9388-AFD9E5956FCA}" dt="2025-10-11T14:38:20.154" v="28" actId="14100"/>
          <ac:picMkLst>
            <pc:docMk/>
            <pc:sldMk cId="1081391164" sldId="258"/>
            <ac:picMk id="52" creationId="{8A227B01-B29B-4191-8217-C832808D2229}"/>
          </ac:picMkLst>
        </pc:picChg>
        <pc:cxnChg chg="mod">
          <ac:chgData name="" userId="f192238287e27194" providerId="LiveId" clId="{ED9C56F4-51D4-4B25-9388-AFD9E5956FCA}" dt="2025-10-11T14:24:52.450" v="3" actId="1076"/>
          <ac:cxnSpMkLst>
            <pc:docMk/>
            <pc:sldMk cId="1081391164" sldId="258"/>
            <ac:cxnSpMk id="41" creationId="{4E4D982F-D980-4EB1-BD3C-CE9B6F87402E}"/>
          </ac:cxnSpMkLst>
        </pc:cxnChg>
        <pc:cxnChg chg="mod">
          <ac:chgData name="" userId="f192238287e27194" providerId="LiveId" clId="{ED9C56F4-51D4-4B25-9388-AFD9E5956FCA}" dt="2025-10-11T14:24:49.523" v="2" actId="1076"/>
          <ac:cxnSpMkLst>
            <pc:docMk/>
            <pc:sldMk cId="1081391164" sldId="258"/>
            <ac:cxnSpMk id="44" creationId="{4E75823D-E598-4AB5-BC5E-83BD58730520}"/>
          </ac:cxnSpMkLst>
        </pc:cxnChg>
        <pc:cxnChg chg="mod">
          <ac:chgData name="" userId="f192238287e27194" providerId="LiveId" clId="{ED9C56F4-51D4-4B25-9388-AFD9E5956FCA}" dt="2025-10-11T14:24:45.877" v="1" actId="1076"/>
          <ac:cxnSpMkLst>
            <pc:docMk/>
            <pc:sldMk cId="1081391164" sldId="258"/>
            <ac:cxnSpMk id="47" creationId="{AB4092B0-E9AA-47E2-8087-EF6D8C743E9D}"/>
          </ac:cxnSpMkLst>
        </pc:cxnChg>
      </pc:sldChg>
      <pc:sldChg chg="modSp add del ord">
        <pc:chgData name="" userId="f192238287e27194" providerId="LiveId" clId="{ED9C56F4-51D4-4B25-9388-AFD9E5956FCA}" dt="2025-10-11T14:38:09.024" v="26" actId="2696"/>
        <pc:sldMkLst>
          <pc:docMk/>
          <pc:sldMk cId="101133671" sldId="259"/>
        </pc:sldMkLst>
        <pc:spChg chg="mod">
          <ac:chgData name="" userId="f192238287e27194" providerId="LiveId" clId="{ED9C56F4-51D4-4B25-9388-AFD9E5956FCA}" dt="2025-10-11T14:30:13.675" v="23" actId="113"/>
          <ac:spMkLst>
            <pc:docMk/>
            <pc:sldMk cId="101133671" sldId="259"/>
            <ac:spMk id="5" creationId="{08E35595-A6B1-4C2E-9881-F0C6B8406E60}"/>
          </ac:spMkLst>
        </pc:spChg>
      </pc:sldChg>
      <pc:sldChg chg="addSp delSp modSp add ord">
        <pc:chgData name="" userId="f192238287e27194" providerId="LiveId" clId="{ED9C56F4-51D4-4B25-9388-AFD9E5956FCA}" dt="2025-10-11T14:43:27.280" v="242" actId="1076"/>
        <pc:sldMkLst>
          <pc:docMk/>
          <pc:sldMk cId="2311764643" sldId="259"/>
        </pc:sldMkLst>
        <pc:spChg chg="mod">
          <ac:chgData name="" userId="f192238287e27194" providerId="LiveId" clId="{ED9C56F4-51D4-4B25-9388-AFD9E5956FCA}" dt="2025-10-11T14:42:36.063" v="232" actId="14100"/>
          <ac:spMkLst>
            <pc:docMk/>
            <pc:sldMk cId="2311764643" sldId="259"/>
            <ac:spMk id="4" creationId="{66B342A1-1156-46B6-97F7-4939700351D7}"/>
          </ac:spMkLst>
        </pc:spChg>
        <pc:spChg chg="mod">
          <ac:chgData name="" userId="f192238287e27194" providerId="LiveId" clId="{ED9C56F4-51D4-4B25-9388-AFD9E5956FCA}" dt="2025-10-11T14:39:45.215" v="74" actId="20577"/>
          <ac:spMkLst>
            <pc:docMk/>
            <pc:sldMk cId="2311764643" sldId="259"/>
            <ac:spMk id="5" creationId="{D8545B55-1C65-4AA3-B4D9-B7E828A8E88D}"/>
          </ac:spMkLst>
        </pc:spChg>
        <pc:spChg chg="del">
          <ac:chgData name="" userId="f192238287e27194" providerId="LiveId" clId="{ED9C56F4-51D4-4B25-9388-AFD9E5956FCA}" dt="2025-10-11T14:39:48.414" v="75" actId="478"/>
          <ac:spMkLst>
            <pc:docMk/>
            <pc:sldMk cId="2311764643" sldId="259"/>
            <ac:spMk id="6" creationId="{35EB096A-04FA-404C-AD85-F556639CFCE4}"/>
          </ac:spMkLst>
        </pc:spChg>
        <pc:spChg chg="mod">
          <ac:chgData name="" userId="f192238287e27194" providerId="LiveId" clId="{ED9C56F4-51D4-4B25-9388-AFD9E5956FCA}" dt="2025-10-11T14:43:27.280" v="242" actId="1076"/>
          <ac:spMkLst>
            <pc:docMk/>
            <pc:sldMk cId="2311764643" sldId="259"/>
            <ac:spMk id="7" creationId="{5AF73CB2-71AF-4C44-9609-9263384328E7}"/>
          </ac:spMkLst>
        </pc:spChg>
        <pc:spChg chg="mod">
          <ac:chgData name="" userId="f192238287e27194" providerId="LiveId" clId="{ED9C56F4-51D4-4B25-9388-AFD9E5956FCA}" dt="2025-10-11T14:43:08.206" v="237" actId="1076"/>
          <ac:spMkLst>
            <pc:docMk/>
            <pc:sldMk cId="2311764643" sldId="259"/>
            <ac:spMk id="8" creationId="{9912265E-4D1E-4446-848E-CF5748584B71}"/>
          </ac:spMkLst>
        </pc:spChg>
        <pc:spChg chg="del">
          <ac:chgData name="" userId="f192238287e27194" providerId="LiveId" clId="{ED9C56F4-51D4-4B25-9388-AFD9E5956FCA}" dt="2025-10-11T14:39:49.914" v="76" actId="478"/>
          <ac:spMkLst>
            <pc:docMk/>
            <pc:sldMk cId="2311764643" sldId="259"/>
            <ac:spMk id="9" creationId="{B6874ED9-9816-400D-9923-8B170956CCAD}"/>
          </ac:spMkLst>
        </pc:spChg>
        <pc:spChg chg="add mod">
          <ac:chgData name="" userId="f192238287e27194" providerId="LiveId" clId="{ED9C56F4-51D4-4B25-9388-AFD9E5956FCA}" dt="2025-10-11T14:43:24.977" v="241" actId="1076"/>
          <ac:spMkLst>
            <pc:docMk/>
            <pc:sldMk cId="2311764643" sldId="259"/>
            <ac:spMk id="10" creationId="{25459C95-F915-4E1A-8300-8EB8E16759A5}"/>
          </ac:spMkLst>
        </pc:spChg>
        <pc:spChg chg="add mod">
          <ac:chgData name="" userId="f192238287e27194" providerId="LiveId" clId="{ED9C56F4-51D4-4B25-9388-AFD9E5956FCA}" dt="2025-10-11T14:43:24.977" v="241" actId="1076"/>
          <ac:spMkLst>
            <pc:docMk/>
            <pc:sldMk cId="2311764643" sldId="259"/>
            <ac:spMk id="11" creationId="{24F4E23E-7782-4C8F-9FE9-BF9A888888A3}"/>
          </ac:spMkLst>
        </pc:spChg>
      </pc:sldChg>
      <pc:sldChg chg="add del">
        <pc:chgData name="" userId="f192238287e27194" providerId="LiveId" clId="{ED9C56F4-51D4-4B25-9388-AFD9E5956FCA}" dt="2025-10-11T14:44:26.031" v="245"/>
        <pc:sldMkLst>
          <pc:docMk/>
          <pc:sldMk cId="122715769" sldId="260"/>
        </pc:sldMkLst>
      </pc:sldChg>
      <pc:sldChg chg="addSp delSp modSp add">
        <pc:chgData name="" userId="f192238287e27194" providerId="LiveId" clId="{ED9C56F4-51D4-4B25-9388-AFD9E5956FCA}" dt="2025-10-11T14:45:46.578" v="310" actId="207"/>
        <pc:sldMkLst>
          <pc:docMk/>
          <pc:sldMk cId="1700270605" sldId="260"/>
        </pc:sldMkLst>
        <pc:spChg chg="del mod">
          <ac:chgData name="" userId="f192238287e27194" providerId="LiveId" clId="{ED9C56F4-51D4-4B25-9388-AFD9E5956FCA}" dt="2025-10-11T14:44:37.759" v="249" actId="478"/>
          <ac:spMkLst>
            <pc:docMk/>
            <pc:sldMk cId="1700270605" sldId="260"/>
            <ac:spMk id="2" creationId="{5150BEB5-40E5-474F-9FE4-89761D202EBF}"/>
          </ac:spMkLst>
        </pc:spChg>
        <pc:spChg chg="del">
          <ac:chgData name="" userId="f192238287e27194" providerId="LiveId" clId="{ED9C56F4-51D4-4B25-9388-AFD9E5956FCA}" dt="2025-10-11T14:44:36.853" v="248" actId="478"/>
          <ac:spMkLst>
            <pc:docMk/>
            <pc:sldMk cId="1700270605" sldId="260"/>
            <ac:spMk id="3" creationId="{36EC45C4-2D95-4239-B43A-9368DB160107}"/>
          </ac:spMkLst>
        </pc:spChg>
        <pc:spChg chg="add mod">
          <ac:chgData name="" userId="f192238287e27194" providerId="LiveId" clId="{ED9C56F4-51D4-4B25-9388-AFD9E5956FCA}" dt="2025-10-11T14:45:16.858" v="307" actId="255"/>
          <ac:spMkLst>
            <pc:docMk/>
            <pc:sldMk cId="1700270605" sldId="260"/>
            <ac:spMk id="4" creationId="{BF0935BC-B33B-43BC-A698-17B4CD3BF754}"/>
          </ac:spMkLst>
        </pc:spChg>
        <pc:picChg chg="add mod">
          <ac:chgData name="" userId="f192238287e27194" providerId="LiveId" clId="{ED9C56F4-51D4-4B25-9388-AFD9E5956FCA}" dt="2025-10-11T14:45:46.578" v="310" actId="207"/>
          <ac:picMkLst>
            <pc:docMk/>
            <pc:sldMk cId="1700270605" sldId="260"/>
            <ac:picMk id="6" creationId="{E512FD60-0564-4568-9B9E-6997B980245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CF71-430A-4E54-A5A1-BEE3C8E1E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2A39F9-59EC-4369-8570-BCA7C7AFF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16ADC-3A9C-4EC7-81A6-AC431B29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10/20/2025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16223-62BB-4DEA-BE46-ACBAD32CA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D85CE-425F-4594-9EA9-76AC008C4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3028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305AB-4241-42DE-827C-953AEA963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F1CB6-3CD3-448C-8A05-79AF382D8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B76F6-B158-4730-AAE8-81F5E296C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10/20/2025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E7E73-CCA2-4BDD-BEBD-64D929438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9A973-0B86-48DC-9279-142C8D0E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14829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45F6D-50EB-4E90-9BC1-1101F57C1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60448-1E24-4ED3-BD01-36088F370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AD905-1B87-4A53-AA2F-AEFC1F8F2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10/20/2025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54C53-1438-4FFF-AD85-A6F409AAF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CF539-3620-43A7-B092-02179971C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21840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8AA61-8770-4A8F-88C8-2A311522C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5CCD7-C9CC-42B6-B3BE-B072516B72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AB45B-B353-4FD4-B42F-C94CF52C2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08463-68D6-4636-81CA-DA3AE9CCE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10/20/2025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B8294-2E8D-45AE-8D6B-7E44EA155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50CA3-7250-4BD5-9033-C86592FDC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1873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A5E07-A119-4DD0-959D-CB2711DA2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49B43-0EA0-4362-B834-AAA478E7E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B79D2-FD51-4706-96BE-589F78EA0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4E47E-8FA8-4ADF-BE07-6C876BBA5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1D1EB8-7AC4-4DD6-A090-3CADD63267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17814C-29C3-40F3-BFB1-7A7F7A8A8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10/20/2025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33799F-4A8E-41D5-AD96-A53D05C1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3C314B-38C4-4445-A950-D36EEBC3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68044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9DCD6-BDBB-4CA0-B7E5-A03C7F855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0A7860-E1B2-4BBC-809A-A95F0FD6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10/20/2025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DB2EDF-1E8B-4A10-9040-C2B130644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F71EAE-1342-4F1E-9FB1-019844239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97889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EE9DE1-B72A-4AE9-AC5B-954E00CCB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10/20/2025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73AB96-870A-4DE3-BF5D-BCDEEB82E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733EF-3626-41D6-89CD-0AC96930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00944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073E3-34E1-4753-ABD9-7450874F7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83382-5D3C-4F39-886A-23AC5A275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D83D2-7AC3-4DFF-9B44-DE1D9D4FA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C5CEF-C386-4354-8F2D-B6B41FBB8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10/20/2025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7AFF7-385C-4041-93B4-8A069497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C3978-D761-4D68-A312-4D6C752DF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90670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13B36-96E6-4A01-8558-48A6D6648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85D7E-8A6D-4F73-829F-D85EC4DB81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F281CC-32A1-4D43-8657-808C5EA31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F406C-194C-4249-9375-7DA2B0F9E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10/20/2025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7A05A-F7D0-469D-81D0-D0A0D594E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DBCF4-502D-4FE5-A97B-F25BF5DBF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09032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E2777-5DCD-4738-8308-8CD926B28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413B1-BF4D-4F9A-8BCD-EEE88311C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16B57-4EF3-4174-A411-C0DC5D1C7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10/20/2025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1EDBD-16C6-4B83-AF08-B7A6E2BF1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9B427-85B4-49A6-BF80-C14CB3E4F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79181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19C7A1-D368-4924-866B-C7D88E0AB3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314F21-8278-465E-A632-1E190257C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04104-77E8-4003-84ED-EE9A92784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10/20/2025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D99A0-6AC4-4EE0-BA33-8CE87C938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544F-884C-4DC7-AA3A-CADCECA98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76406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05A38-CA1B-459A-BA8F-536F0ABE0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2206E-89B0-419A-9BEB-282F1E3C2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2A96A-67BF-41B2-9290-E9FC1287A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5F51FE-8927-4CB0-AAA9-F8BC11C53162}" type="datetimeFigureOut">
              <a:rPr lang="x-none" smtClean="0"/>
              <a:t>10/20/2025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EBB7A-468B-4108-8244-D9CE49B0AE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862F-2849-4E72-BB04-87DE059A2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6905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B342A1-1156-46B6-97F7-4939700351D7}"/>
              </a:ext>
            </a:extLst>
          </p:cNvPr>
          <p:cNvSpPr/>
          <p:nvPr/>
        </p:nvSpPr>
        <p:spPr>
          <a:xfrm>
            <a:off x="1" y="-280679"/>
            <a:ext cx="12192000" cy="1611937"/>
          </a:xfrm>
          <a:prstGeom prst="roundRect">
            <a:avLst/>
          </a:pr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545B55-1C65-4AA3-B4D9-B7E828A8E88D}"/>
              </a:ext>
            </a:extLst>
          </p:cNvPr>
          <p:cNvSpPr txBox="1"/>
          <p:nvPr/>
        </p:nvSpPr>
        <p:spPr>
          <a:xfrm>
            <a:off x="634614" y="306260"/>
            <a:ext cx="1091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 engineering Presentation</a:t>
            </a:r>
            <a:endParaRPr lang="x-none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73CB2-71AF-4C44-9609-9263384328E7}"/>
              </a:ext>
            </a:extLst>
          </p:cNvPr>
          <p:cNvSpPr txBox="1"/>
          <p:nvPr/>
        </p:nvSpPr>
        <p:spPr>
          <a:xfrm>
            <a:off x="3905431" y="2559624"/>
            <a:ext cx="4381138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Walisha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Tahir        2225165031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Mehnoor Fayyaz   2225165017</a:t>
            </a:r>
          </a:p>
          <a:p>
            <a:pPr>
              <a:lnSpc>
                <a:spcPct val="150000"/>
              </a:lnSpc>
            </a:pP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Laiba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Javed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2225165017</a:t>
            </a:r>
            <a:endParaRPr 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2265E-4D1E-4446-848E-CF5748584B71}"/>
              </a:ext>
            </a:extLst>
          </p:cNvPr>
          <p:cNvSpPr txBox="1"/>
          <p:nvPr/>
        </p:nvSpPr>
        <p:spPr>
          <a:xfrm>
            <a:off x="4540984" y="1887845"/>
            <a:ext cx="2888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459C95-F915-4E1A-8300-8EB8E16759A5}"/>
              </a:ext>
            </a:extLst>
          </p:cNvPr>
          <p:cNvSpPr txBox="1"/>
          <p:nvPr/>
        </p:nvSpPr>
        <p:spPr>
          <a:xfrm>
            <a:off x="4953180" y="4483413"/>
            <a:ext cx="2888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to 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F4E23E-7782-4C8F-9FE9-BF9A888888A3}"/>
              </a:ext>
            </a:extLst>
          </p:cNvPr>
          <p:cNvSpPr txBox="1"/>
          <p:nvPr/>
        </p:nvSpPr>
        <p:spPr>
          <a:xfrm>
            <a:off x="5233235" y="5196505"/>
            <a:ext cx="1743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 Areej</a:t>
            </a:r>
            <a:endParaRPr 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764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B342A1-1156-46B6-97F7-4939700351D7}"/>
              </a:ext>
            </a:extLst>
          </p:cNvPr>
          <p:cNvSpPr/>
          <p:nvPr/>
        </p:nvSpPr>
        <p:spPr>
          <a:xfrm>
            <a:off x="1" y="-280678"/>
            <a:ext cx="12192000" cy="1372472"/>
          </a:xfrm>
          <a:prstGeom prst="roundRect">
            <a:avLst/>
          </a:pr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545B55-1C65-4AA3-B4D9-B7E828A8E88D}"/>
              </a:ext>
            </a:extLst>
          </p:cNvPr>
          <p:cNvSpPr txBox="1"/>
          <p:nvPr/>
        </p:nvSpPr>
        <p:spPr>
          <a:xfrm>
            <a:off x="634614" y="306260"/>
            <a:ext cx="1091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 engineering</a:t>
            </a:r>
            <a:endParaRPr lang="x-none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EB096A-04FA-404C-AD85-F556639CFCE4}"/>
              </a:ext>
            </a:extLst>
          </p:cNvPr>
          <p:cNvSpPr txBox="1"/>
          <p:nvPr/>
        </p:nvSpPr>
        <p:spPr>
          <a:xfrm>
            <a:off x="513591" y="1369090"/>
            <a:ext cx="5335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Re engineering?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73CB2-71AF-4C44-9609-9263384328E7}"/>
              </a:ext>
            </a:extLst>
          </p:cNvPr>
          <p:cNvSpPr txBox="1"/>
          <p:nvPr/>
        </p:nvSpPr>
        <p:spPr>
          <a:xfrm>
            <a:off x="634614" y="2015123"/>
            <a:ext cx="109138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re-engineering is the process of analysing, cleaning, restructuring, and transforming existing data to make it compatible with a new or improved software system.</a:t>
            </a:r>
            <a:endParaRPr lang="x-none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2265E-4D1E-4446-848E-CF5748584B71}"/>
              </a:ext>
            </a:extLst>
          </p:cNvPr>
          <p:cNvSpPr txBox="1"/>
          <p:nvPr/>
        </p:nvSpPr>
        <p:spPr>
          <a:xfrm>
            <a:off x="513590" y="3014997"/>
            <a:ext cx="5335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it?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874ED9-9816-400D-9923-8B170956CCAD}"/>
              </a:ext>
            </a:extLst>
          </p:cNvPr>
          <p:cNvSpPr txBox="1"/>
          <p:nvPr/>
        </p:nvSpPr>
        <p:spPr>
          <a:xfrm>
            <a:off x="795980" y="3608182"/>
            <a:ext cx="1091380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systems often contain data that: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stored in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outdated formats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flat files, hierarchical databases).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redundancy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inconsistencies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data definitions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modules (e.g., “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Cust_ID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in one system vs “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Customer_No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in another).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to be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migrated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modern database systems (like SQL or NoSQL).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514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C0B9FB-5EA2-4A73-A320-CEC2AD2C9900}"/>
              </a:ext>
            </a:extLst>
          </p:cNvPr>
          <p:cNvSpPr/>
          <p:nvPr/>
        </p:nvSpPr>
        <p:spPr>
          <a:xfrm>
            <a:off x="-107576" y="-274879"/>
            <a:ext cx="12299576" cy="1372472"/>
          </a:xfrm>
          <a:prstGeom prst="roundRect">
            <a:avLst/>
          </a:pr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35595-A6B1-4C2E-9881-F0C6B8406E60}"/>
              </a:ext>
            </a:extLst>
          </p:cNvPr>
          <p:cNvSpPr txBox="1"/>
          <p:nvPr/>
        </p:nvSpPr>
        <p:spPr>
          <a:xfrm>
            <a:off x="634614" y="306260"/>
            <a:ext cx="1091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Objectives of Data Re engineering</a:t>
            </a:r>
            <a:endParaRPr lang="x-none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D3CD1AF-3DA4-413B-ABDE-C35E7F988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59" y="1242595"/>
            <a:ext cx="9224682" cy="5401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x-none" altLang="x-non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Data Quality</a:t>
            </a: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x-none" altLang="x-non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and remove inconsistencies, errors, and duplication.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x-none" altLang="x-non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Data Integrity</a:t>
            </a: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x-none" altLang="x-non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accuracy and relationships between data entities.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x-none" altLang="x-non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Restructure Data</a:t>
            </a: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x-none" altLang="x-non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 data into formats that match the new database schema.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x-none" altLang="x-non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Preserve Valuable Information</a:t>
            </a: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x-none" altLang="x-non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and retain critical business data while discarding outdated records.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x-none" altLang="x-non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Data Migration</a:t>
            </a: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x-none" altLang="x-non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 old data compatible with new database systems or applications.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x-none" altLang="x-non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63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C0B9FB-5EA2-4A73-A320-CEC2AD2C9900}"/>
              </a:ext>
            </a:extLst>
          </p:cNvPr>
          <p:cNvSpPr/>
          <p:nvPr/>
        </p:nvSpPr>
        <p:spPr>
          <a:xfrm>
            <a:off x="0" y="-153600"/>
            <a:ext cx="12192000" cy="1059628"/>
          </a:xfrm>
          <a:prstGeom prst="roundRect">
            <a:avLst/>
          </a:pr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35595-A6B1-4C2E-9881-F0C6B8406E60}"/>
              </a:ext>
            </a:extLst>
          </p:cNvPr>
          <p:cNvSpPr txBox="1"/>
          <p:nvPr/>
        </p:nvSpPr>
        <p:spPr>
          <a:xfrm>
            <a:off x="639098" y="139160"/>
            <a:ext cx="1091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Process of Data Re-engineering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3A467FC-71EA-49B2-BC00-890017286957}"/>
              </a:ext>
            </a:extLst>
          </p:cNvPr>
          <p:cNvSpPr/>
          <p:nvPr/>
        </p:nvSpPr>
        <p:spPr>
          <a:xfrm>
            <a:off x="822873" y="3724836"/>
            <a:ext cx="1933774" cy="990600"/>
          </a:xfrm>
          <a:custGeom>
            <a:avLst/>
            <a:gdLst>
              <a:gd name="connsiteX0" fmla="*/ 4069 w 1933774"/>
              <a:gd name="connsiteY0" fmla="*/ 0 h 990600"/>
              <a:gd name="connsiteX1" fmla="*/ 4992 w 1933774"/>
              <a:gd name="connsiteY1" fmla="*/ 17292 h 990600"/>
              <a:gd name="connsiteX2" fmla="*/ 966887 w 1933774"/>
              <a:gd name="connsiteY2" fmla="*/ 838200 h 990600"/>
              <a:gd name="connsiteX3" fmla="*/ 1928782 w 1933774"/>
              <a:gd name="connsiteY3" fmla="*/ 17292 h 990600"/>
              <a:gd name="connsiteX4" fmla="*/ 1929705 w 1933774"/>
              <a:gd name="connsiteY4" fmla="*/ 0 h 990600"/>
              <a:gd name="connsiteX5" fmla="*/ 1933774 w 1933774"/>
              <a:gd name="connsiteY5" fmla="*/ 76200 h 990600"/>
              <a:gd name="connsiteX6" fmla="*/ 966887 w 1933774"/>
              <a:gd name="connsiteY6" fmla="*/ 990600 h 990600"/>
              <a:gd name="connsiteX7" fmla="*/ 0 w 1933774"/>
              <a:gd name="connsiteY7" fmla="*/ 7620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3774" h="990600">
                <a:moveTo>
                  <a:pt x="4069" y="0"/>
                </a:moveTo>
                <a:lnTo>
                  <a:pt x="4992" y="17292"/>
                </a:lnTo>
                <a:cubicBezTo>
                  <a:pt x="54506" y="478384"/>
                  <a:pt x="466265" y="838200"/>
                  <a:pt x="966887" y="838200"/>
                </a:cubicBezTo>
                <a:cubicBezTo>
                  <a:pt x="1467509" y="838200"/>
                  <a:pt x="1879268" y="478384"/>
                  <a:pt x="1928782" y="17292"/>
                </a:cubicBezTo>
                <a:lnTo>
                  <a:pt x="1929705" y="0"/>
                </a:lnTo>
                <a:lnTo>
                  <a:pt x="1933774" y="76200"/>
                </a:lnTo>
                <a:cubicBezTo>
                  <a:pt x="1933774" y="581209"/>
                  <a:pt x="1500884" y="990600"/>
                  <a:pt x="966887" y="990600"/>
                </a:cubicBezTo>
                <a:cubicBezTo>
                  <a:pt x="432890" y="990600"/>
                  <a:pt x="0" y="581209"/>
                  <a:pt x="0" y="76200"/>
                </a:cubicBezTo>
                <a:close/>
              </a:path>
            </a:pathLst>
          </a:cu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56AE7E3-4C8F-440B-AEF8-C1D3F90A4D17}"/>
              </a:ext>
            </a:extLst>
          </p:cNvPr>
          <p:cNvSpPr/>
          <p:nvPr/>
        </p:nvSpPr>
        <p:spPr>
          <a:xfrm rot="10800000">
            <a:off x="2756647" y="2891118"/>
            <a:ext cx="1933774" cy="990600"/>
          </a:xfrm>
          <a:custGeom>
            <a:avLst/>
            <a:gdLst>
              <a:gd name="connsiteX0" fmla="*/ 4069 w 1933774"/>
              <a:gd name="connsiteY0" fmla="*/ 0 h 990600"/>
              <a:gd name="connsiteX1" fmla="*/ 4992 w 1933774"/>
              <a:gd name="connsiteY1" fmla="*/ 17292 h 990600"/>
              <a:gd name="connsiteX2" fmla="*/ 966887 w 1933774"/>
              <a:gd name="connsiteY2" fmla="*/ 838200 h 990600"/>
              <a:gd name="connsiteX3" fmla="*/ 1928782 w 1933774"/>
              <a:gd name="connsiteY3" fmla="*/ 17292 h 990600"/>
              <a:gd name="connsiteX4" fmla="*/ 1929705 w 1933774"/>
              <a:gd name="connsiteY4" fmla="*/ 0 h 990600"/>
              <a:gd name="connsiteX5" fmla="*/ 1933774 w 1933774"/>
              <a:gd name="connsiteY5" fmla="*/ 76200 h 990600"/>
              <a:gd name="connsiteX6" fmla="*/ 966887 w 1933774"/>
              <a:gd name="connsiteY6" fmla="*/ 990600 h 990600"/>
              <a:gd name="connsiteX7" fmla="*/ 0 w 1933774"/>
              <a:gd name="connsiteY7" fmla="*/ 7620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3774" h="990600">
                <a:moveTo>
                  <a:pt x="4069" y="0"/>
                </a:moveTo>
                <a:lnTo>
                  <a:pt x="4992" y="17292"/>
                </a:lnTo>
                <a:cubicBezTo>
                  <a:pt x="54506" y="478384"/>
                  <a:pt x="466265" y="838200"/>
                  <a:pt x="966887" y="838200"/>
                </a:cubicBezTo>
                <a:cubicBezTo>
                  <a:pt x="1467509" y="838200"/>
                  <a:pt x="1879268" y="478384"/>
                  <a:pt x="1928782" y="17292"/>
                </a:cubicBezTo>
                <a:lnTo>
                  <a:pt x="1929705" y="0"/>
                </a:lnTo>
                <a:lnTo>
                  <a:pt x="1933774" y="76200"/>
                </a:lnTo>
                <a:cubicBezTo>
                  <a:pt x="1933774" y="581209"/>
                  <a:pt x="1500884" y="990600"/>
                  <a:pt x="966887" y="990600"/>
                </a:cubicBezTo>
                <a:cubicBezTo>
                  <a:pt x="432890" y="990600"/>
                  <a:pt x="0" y="581209"/>
                  <a:pt x="0" y="76200"/>
                </a:cubicBezTo>
                <a:close/>
              </a:path>
            </a:pathLst>
          </a:cu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1C6DCBD-C856-4DF6-AD2F-F85210A719D2}"/>
              </a:ext>
            </a:extLst>
          </p:cNvPr>
          <p:cNvSpPr/>
          <p:nvPr/>
        </p:nvSpPr>
        <p:spPr>
          <a:xfrm rot="10800000">
            <a:off x="6624195" y="2939842"/>
            <a:ext cx="1933774" cy="990600"/>
          </a:xfrm>
          <a:custGeom>
            <a:avLst/>
            <a:gdLst>
              <a:gd name="connsiteX0" fmla="*/ 4069 w 1933774"/>
              <a:gd name="connsiteY0" fmla="*/ 0 h 990600"/>
              <a:gd name="connsiteX1" fmla="*/ 4992 w 1933774"/>
              <a:gd name="connsiteY1" fmla="*/ 17292 h 990600"/>
              <a:gd name="connsiteX2" fmla="*/ 966887 w 1933774"/>
              <a:gd name="connsiteY2" fmla="*/ 838200 h 990600"/>
              <a:gd name="connsiteX3" fmla="*/ 1928782 w 1933774"/>
              <a:gd name="connsiteY3" fmla="*/ 17292 h 990600"/>
              <a:gd name="connsiteX4" fmla="*/ 1929705 w 1933774"/>
              <a:gd name="connsiteY4" fmla="*/ 0 h 990600"/>
              <a:gd name="connsiteX5" fmla="*/ 1933774 w 1933774"/>
              <a:gd name="connsiteY5" fmla="*/ 76200 h 990600"/>
              <a:gd name="connsiteX6" fmla="*/ 966887 w 1933774"/>
              <a:gd name="connsiteY6" fmla="*/ 990600 h 990600"/>
              <a:gd name="connsiteX7" fmla="*/ 0 w 1933774"/>
              <a:gd name="connsiteY7" fmla="*/ 7620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3774" h="990600">
                <a:moveTo>
                  <a:pt x="4069" y="0"/>
                </a:moveTo>
                <a:lnTo>
                  <a:pt x="4992" y="17292"/>
                </a:lnTo>
                <a:cubicBezTo>
                  <a:pt x="54506" y="478384"/>
                  <a:pt x="466265" y="838200"/>
                  <a:pt x="966887" y="838200"/>
                </a:cubicBezTo>
                <a:cubicBezTo>
                  <a:pt x="1467509" y="838200"/>
                  <a:pt x="1879268" y="478384"/>
                  <a:pt x="1928782" y="17292"/>
                </a:cubicBezTo>
                <a:lnTo>
                  <a:pt x="1929705" y="0"/>
                </a:lnTo>
                <a:lnTo>
                  <a:pt x="1933774" y="76200"/>
                </a:lnTo>
                <a:cubicBezTo>
                  <a:pt x="1933774" y="581209"/>
                  <a:pt x="1500884" y="990600"/>
                  <a:pt x="966887" y="990600"/>
                </a:cubicBezTo>
                <a:cubicBezTo>
                  <a:pt x="432890" y="990600"/>
                  <a:pt x="0" y="581209"/>
                  <a:pt x="0" y="76200"/>
                </a:cubicBezTo>
                <a:close/>
              </a:path>
            </a:pathLst>
          </a:cu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C72499E-83E1-420C-A932-C1BB9DCA031F}"/>
              </a:ext>
            </a:extLst>
          </p:cNvPr>
          <p:cNvSpPr/>
          <p:nvPr/>
        </p:nvSpPr>
        <p:spPr>
          <a:xfrm>
            <a:off x="4690421" y="3724836"/>
            <a:ext cx="1933774" cy="990600"/>
          </a:xfrm>
          <a:custGeom>
            <a:avLst/>
            <a:gdLst>
              <a:gd name="connsiteX0" fmla="*/ 4069 w 1933774"/>
              <a:gd name="connsiteY0" fmla="*/ 0 h 990600"/>
              <a:gd name="connsiteX1" fmla="*/ 4992 w 1933774"/>
              <a:gd name="connsiteY1" fmla="*/ 17292 h 990600"/>
              <a:gd name="connsiteX2" fmla="*/ 966887 w 1933774"/>
              <a:gd name="connsiteY2" fmla="*/ 838200 h 990600"/>
              <a:gd name="connsiteX3" fmla="*/ 1928782 w 1933774"/>
              <a:gd name="connsiteY3" fmla="*/ 17292 h 990600"/>
              <a:gd name="connsiteX4" fmla="*/ 1929705 w 1933774"/>
              <a:gd name="connsiteY4" fmla="*/ 0 h 990600"/>
              <a:gd name="connsiteX5" fmla="*/ 1933774 w 1933774"/>
              <a:gd name="connsiteY5" fmla="*/ 76200 h 990600"/>
              <a:gd name="connsiteX6" fmla="*/ 966887 w 1933774"/>
              <a:gd name="connsiteY6" fmla="*/ 990600 h 990600"/>
              <a:gd name="connsiteX7" fmla="*/ 0 w 1933774"/>
              <a:gd name="connsiteY7" fmla="*/ 7620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3774" h="990600">
                <a:moveTo>
                  <a:pt x="4069" y="0"/>
                </a:moveTo>
                <a:lnTo>
                  <a:pt x="4992" y="17292"/>
                </a:lnTo>
                <a:cubicBezTo>
                  <a:pt x="54506" y="478384"/>
                  <a:pt x="466265" y="838200"/>
                  <a:pt x="966887" y="838200"/>
                </a:cubicBezTo>
                <a:cubicBezTo>
                  <a:pt x="1467509" y="838200"/>
                  <a:pt x="1879268" y="478384"/>
                  <a:pt x="1928782" y="17292"/>
                </a:cubicBezTo>
                <a:lnTo>
                  <a:pt x="1929705" y="0"/>
                </a:lnTo>
                <a:lnTo>
                  <a:pt x="1933774" y="76200"/>
                </a:lnTo>
                <a:cubicBezTo>
                  <a:pt x="1933774" y="581209"/>
                  <a:pt x="1500884" y="990600"/>
                  <a:pt x="966887" y="990600"/>
                </a:cubicBezTo>
                <a:cubicBezTo>
                  <a:pt x="432890" y="990600"/>
                  <a:pt x="0" y="581209"/>
                  <a:pt x="0" y="76200"/>
                </a:cubicBezTo>
                <a:close/>
              </a:path>
            </a:pathLst>
          </a:cu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43C2E6D-7BAC-4940-A971-37645FE5D438}"/>
              </a:ext>
            </a:extLst>
          </p:cNvPr>
          <p:cNvSpPr/>
          <p:nvPr/>
        </p:nvSpPr>
        <p:spPr>
          <a:xfrm>
            <a:off x="8557969" y="3724836"/>
            <a:ext cx="1933774" cy="990600"/>
          </a:xfrm>
          <a:custGeom>
            <a:avLst/>
            <a:gdLst>
              <a:gd name="connsiteX0" fmla="*/ 4069 w 1933774"/>
              <a:gd name="connsiteY0" fmla="*/ 0 h 990600"/>
              <a:gd name="connsiteX1" fmla="*/ 4992 w 1933774"/>
              <a:gd name="connsiteY1" fmla="*/ 17292 h 990600"/>
              <a:gd name="connsiteX2" fmla="*/ 966887 w 1933774"/>
              <a:gd name="connsiteY2" fmla="*/ 838200 h 990600"/>
              <a:gd name="connsiteX3" fmla="*/ 1928782 w 1933774"/>
              <a:gd name="connsiteY3" fmla="*/ 17292 h 990600"/>
              <a:gd name="connsiteX4" fmla="*/ 1929705 w 1933774"/>
              <a:gd name="connsiteY4" fmla="*/ 0 h 990600"/>
              <a:gd name="connsiteX5" fmla="*/ 1933774 w 1933774"/>
              <a:gd name="connsiteY5" fmla="*/ 76200 h 990600"/>
              <a:gd name="connsiteX6" fmla="*/ 966887 w 1933774"/>
              <a:gd name="connsiteY6" fmla="*/ 990600 h 990600"/>
              <a:gd name="connsiteX7" fmla="*/ 0 w 1933774"/>
              <a:gd name="connsiteY7" fmla="*/ 7620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3774" h="990600">
                <a:moveTo>
                  <a:pt x="4069" y="0"/>
                </a:moveTo>
                <a:lnTo>
                  <a:pt x="4992" y="17292"/>
                </a:lnTo>
                <a:cubicBezTo>
                  <a:pt x="54506" y="478384"/>
                  <a:pt x="466265" y="838200"/>
                  <a:pt x="966887" y="838200"/>
                </a:cubicBezTo>
                <a:cubicBezTo>
                  <a:pt x="1467509" y="838200"/>
                  <a:pt x="1879268" y="478384"/>
                  <a:pt x="1928782" y="17292"/>
                </a:cubicBezTo>
                <a:lnTo>
                  <a:pt x="1929705" y="0"/>
                </a:lnTo>
                <a:lnTo>
                  <a:pt x="1933774" y="76200"/>
                </a:lnTo>
                <a:cubicBezTo>
                  <a:pt x="1933774" y="581209"/>
                  <a:pt x="1500884" y="990600"/>
                  <a:pt x="966887" y="990600"/>
                </a:cubicBezTo>
                <a:cubicBezTo>
                  <a:pt x="432890" y="990600"/>
                  <a:pt x="0" y="581209"/>
                  <a:pt x="0" y="76200"/>
                </a:cubicBezTo>
                <a:close/>
              </a:path>
            </a:pathLst>
          </a:cu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920E53-CFA7-4A88-9272-BABE5340576C}"/>
              </a:ext>
            </a:extLst>
          </p:cNvPr>
          <p:cNvSpPr txBox="1"/>
          <p:nvPr/>
        </p:nvSpPr>
        <p:spPr>
          <a:xfrm>
            <a:off x="1002321" y="3680278"/>
            <a:ext cx="1565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7028A3-998C-45D9-93EF-526473EB3CDD}"/>
              </a:ext>
            </a:extLst>
          </p:cNvPr>
          <p:cNvSpPr txBox="1"/>
          <p:nvPr/>
        </p:nvSpPr>
        <p:spPr>
          <a:xfrm>
            <a:off x="2929399" y="3581555"/>
            <a:ext cx="1745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AC322D-EF4D-4664-9099-7205DDC388A5}"/>
              </a:ext>
            </a:extLst>
          </p:cNvPr>
          <p:cNvSpPr txBox="1"/>
          <p:nvPr/>
        </p:nvSpPr>
        <p:spPr>
          <a:xfrm>
            <a:off x="4690421" y="3488640"/>
            <a:ext cx="1933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Restructuring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B5F296-9A84-49E2-B82D-810456E6C752}"/>
              </a:ext>
            </a:extLst>
          </p:cNvPr>
          <p:cNvSpPr/>
          <p:nvPr/>
        </p:nvSpPr>
        <p:spPr>
          <a:xfrm>
            <a:off x="6697086" y="3676607"/>
            <a:ext cx="18453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Conversion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Migration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6C8E76-0DB3-4559-A3F8-DDA32A203A61}"/>
              </a:ext>
            </a:extLst>
          </p:cNvPr>
          <p:cNvSpPr/>
          <p:nvPr/>
        </p:nvSpPr>
        <p:spPr>
          <a:xfrm>
            <a:off x="8644228" y="3457694"/>
            <a:ext cx="17879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Testing</a:t>
            </a: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4CEB0DFF-9043-4CFC-AC1F-B4F32A5C2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457" y="1055640"/>
            <a:ext cx="289295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Study the </a:t>
            </a: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data </a:t>
            </a:r>
            <a:r>
              <a:rPr kumimoji="0" lang="x-none" altLang="x-none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sources</a:t>
            </a:r>
            <a:endParaRPr kumimoji="0" lang="en-US" altLang="x-none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x-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(txt, csv, SQL/NoSQL) </a:t>
            </a:r>
            <a:r>
              <a:rPr lang="en-GB" altLang="x-non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altLang="x-non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entities</a:t>
            </a: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x-none" altLang="x-none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kumimoji="0" lang="x-none" altLang="x-non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alt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dependencies</a:t>
            </a: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</a:t>
            </a: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inconsistencies</a:t>
            </a:r>
            <a:endParaRPr kumimoji="0" lang="x-none" altLang="x-non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60DD047-3A0A-4B20-825D-0BC4DD21BA81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1784962" y="2948465"/>
            <a:ext cx="4797" cy="731813"/>
          </a:xfrm>
          <a:prstGeom prst="straightConnector1">
            <a:avLst/>
          </a:prstGeom>
          <a:ln>
            <a:solidFill>
              <a:srgbClr val="002E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5">
            <a:extLst>
              <a:ext uri="{FF2B5EF4-FFF2-40B4-BE49-F238E27FC236}">
                <a16:creationId xmlns:a16="http://schemas.microsoft.com/office/drawing/2014/main" id="{3F79AC61-A74B-4A1D-841B-AEDDB984F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234" y="5195085"/>
            <a:ext cx="367620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 </a:t>
            </a: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duplicate</a:t>
            </a: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incomplete</a:t>
            </a: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incorrect</a:t>
            </a: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 values (e.g., “Pak” → “Pakistan”).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3438BEC-CAF0-48EC-B2F4-9A04BEEBF81B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3679336" y="4030457"/>
            <a:ext cx="25060" cy="1147830"/>
          </a:xfrm>
          <a:prstGeom prst="straightConnector1">
            <a:avLst/>
          </a:prstGeom>
          <a:ln>
            <a:solidFill>
              <a:srgbClr val="002E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6">
            <a:extLst>
              <a:ext uri="{FF2B5EF4-FFF2-40B4-BE49-F238E27FC236}">
                <a16:creationId xmlns:a16="http://schemas.microsoft.com/office/drawing/2014/main" id="{51A77A75-1AB4-4229-A223-35AAB31DA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7402" y="1257443"/>
            <a:ext cx="312759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Modify the data model to suit new requirements.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 old file structures or database schemas to new formats.</a:t>
            </a:r>
          </a:p>
        </p:txBody>
      </p:sp>
      <p:sp>
        <p:nvSpPr>
          <p:cNvPr id="37" name="Rectangle 7">
            <a:extLst>
              <a:ext uri="{FF2B5EF4-FFF2-40B4-BE49-F238E27FC236}">
                <a16:creationId xmlns:a16="http://schemas.microsoft.com/office/drawing/2014/main" id="{1010C226-E4C3-4F53-A42D-DAE62F65A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1124" y="5099209"/>
            <a:ext cx="381819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</a:t>
            </a:r>
            <a:r>
              <a:rPr kumimoji="0" lang="en-US" altLang="x-none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ation</a:t>
            </a:r>
            <a:r>
              <a:rPr kumimoji="0" lang="en-US" altLang="x-none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  <a:r>
              <a:rPr kumimoji="0" lang="x-none" altLang="x-none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to new formats (e.g., from </a:t>
            </a:r>
            <a:r>
              <a:rPr kumimoji="0" lang="x-none" altLang="x-non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x-none" altLang="x-none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txt to </a:t>
            </a:r>
            <a:r>
              <a:rPr kumimoji="0" lang="x-none" altLang="x-non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x-none" altLang="x-none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  <a:r>
              <a:rPr kumimoji="0" lang="x-none" altLang="x-none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kumimoji="0" lang="x-none" altLang="x-none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x-none" altLang="x-non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x-none" altLang="x-none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csv).</a:t>
            </a:r>
            <a:endParaRPr kumimoji="0" lang="x-none" altLang="x-none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Migrate data into the </a:t>
            </a:r>
            <a:r>
              <a:rPr kumimoji="0" lang="x-none" altLang="x-none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database system</a:t>
            </a:r>
            <a:r>
              <a:rPr kumimoji="0" lang="x-none" altLang="x-non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x-none" altLang="x-non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8">
            <a:extLst>
              <a:ext uri="{FF2B5EF4-FFF2-40B4-BE49-F238E27FC236}">
                <a16:creationId xmlns:a16="http://schemas.microsoft.com/office/drawing/2014/main" id="{3AF06D16-3FE6-4A53-BE88-FABB411A2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7435" y="1369896"/>
            <a:ext cx="366410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migration, validate the accuracy of data.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all relationships (foreign keys, constraints) are maintained.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E4D982F-D980-4EB1-BD3C-CE9B6F87402E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5657308" y="2799478"/>
            <a:ext cx="0" cy="689162"/>
          </a:xfrm>
          <a:prstGeom prst="straightConnector1">
            <a:avLst/>
          </a:prstGeom>
          <a:ln>
            <a:solidFill>
              <a:srgbClr val="002E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E75823D-E598-4AB5-BC5E-83BD58730520}"/>
              </a:ext>
            </a:extLst>
          </p:cNvPr>
          <p:cNvCxnSpPr>
            <a:cxnSpLocks/>
            <a:stCxn id="22" idx="2"/>
            <a:endCxn id="37" idx="0"/>
          </p:cNvCxnSpPr>
          <p:nvPr/>
        </p:nvCxnSpPr>
        <p:spPr>
          <a:xfrm flipH="1">
            <a:off x="7610220" y="4322938"/>
            <a:ext cx="9555" cy="776271"/>
          </a:xfrm>
          <a:prstGeom prst="straightConnector1">
            <a:avLst/>
          </a:prstGeom>
          <a:ln>
            <a:solidFill>
              <a:srgbClr val="002E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B4092B0-E9AA-47E2-8087-EF6D8C743E9D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9536264" y="2837367"/>
            <a:ext cx="1959" cy="620327"/>
          </a:xfrm>
          <a:prstGeom prst="straightConnector1">
            <a:avLst/>
          </a:prstGeom>
          <a:ln>
            <a:solidFill>
              <a:srgbClr val="002E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Research">
            <a:extLst>
              <a:ext uri="{FF2B5EF4-FFF2-40B4-BE49-F238E27FC236}">
                <a16:creationId xmlns:a16="http://schemas.microsoft.com/office/drawing/2014/main" id="{8527C3B2-B6FE-4ECC-BA9C-11733F9728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573157" y="4030457"/>
            <a:ext cx="369332" cy="369332"/>
          </a:xfrm>
          <a:prstGeom prst="rect">
            <a:avLst/>
          </a:prstGeom>
        </p:spPr>
      </p:pic>
      <p:pic>
        <p:nvPicPr>
          <p:cNvPr id="52" name="Graphic 51" descr="Table">
            <a:extLst>
              <a:ext uri="{FF2B5EF4-FFF2-40B4-BE49-F238E27FC236}">
                <a16:creationId xmlns:a16="http://schemas.microsoft.com/office/drawing/2014/main" id="{8A227B01-B29B-4191-8217-C832808D22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461165" y="4104025"/>
            <a:ext cx="383604" cy="414550"/>
          </a:xfrm>
          <a:prstGeom prst="rect">
            <a:avLst/>
          </a:prstGeom>
        </p:spPr>
      </p:pic>
      <p:pic>
        <p:nvPicPr>
          <p:cNvPr id="54" name="Graphic 53" descr="Database">
            <a:extLst>
              <a:ext uri="{FF2B5EF4-FFF2-40B4-BE49-F238E27FC236}">
                <a16:creationId xmlns:a16="http://schemas.microsoft.com/office/drawing/2014/main" id="{35EB0EA9-A699-4F52-BA6F-24AEE4BE736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385000" y="3178157"/>
            <a:ext cx="403646" cy="403646"/>
          </a:xfrm>
          <a:prstGeom prst="rect">
            <a:avLst/>
          </a:prstGeom>
        </p:spPr>
      </p:pic>
      <p:pic>
        <p:nvPicPr>
          <p:cNvPr id="56" name="Graphic 55" descr="Pie chart">
            <a:extLst>
              <a:ext uri="{FF2B5EF4-FFF2-40B4-BE49-F238E27FC236}">
                <a16:creationId xmlns:a16="http://schemas.microsoft.com/office/drawing/2014/main" id="{1CA0957D-7416-40CC-9FBD-AD614D8C4AC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337813" y="4188110"/>
            <a:ext cx="363006" cy="363006"/>
          </a:xfrm>
          <a:prstGeom prst="rect">
            <a:avLst/>
          </a:prstGeom>
        </p:spPr>
      </p:pic>
      <p:pic>
        <p:nvPicPr>
          <p:cNvPr id="58" name="Graphic 57" descr="Checklist RTL">
            <a:extLst>
              <a:ext uri="{FF2B5EF4-FFF2-40B4-BE49-F238E27FC236}">
                <a16:creationId xmlns:a16="http://schemas.microsoft.com/office/drawing/2014/main" id="{64AF932F-271E-4BB2-B84E-3997FED9257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3538397" y="3195313"/>
            <a:ext cx="369333" cy="36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39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C0B9FB-5EA2-4A73-A320-CEC2AD2C9900}"/>
              </a:ext>
            </a:extLst>
          </p:cNvPr>
          <p:cNvSpPr/>
          <p:nvPr/>
        </p:nvSpPr>
        <p:spPr>
          <a:xfrm>
            <a:off x="0" y="-153600"/>
            <a:ext cx="12192000" cy="1059628"/>
          </a:xfrm>
          <a:prstGeom prst="roundRect">
            <a:avLst/>
          </a:pr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35595-A6B1-4C2E-9881-F0C6B8406E60}"/>
              </a:ext>
            </a:extLst>
          </p:cNvPr>
          <p:cNvSpPr txBox="1"/>
          <p:nvPr/>
        </p:nvSpPr>
        <p:spPr>
          <a:xfrm>
            <a:off x="639098" y="90586"/>
            <a:ext cx="1091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of </a:t>
            </a:r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Re-engineering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09221" y="1098568"/>
            <a:ext cx="1135123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Profiling: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It’s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examining existing data to understand its structure, patterns,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quality e.g. checking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missing values, wrong formats, or inconsistencies before cleaning or migrating.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9221" y="1937439"/>
            <a:ext cx="860061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Mapping: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how data from the old system corresponds to data in the new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 </a:t>
            </a:r>
          </a:p>
          <a:p>
            <a:pPr lvl="1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“Cust_ID” in the old database → “Customer_Number” in the new 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9221" y="3053309"/>
            <a:ext cx="6096000" cy="150810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ETL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(Extract, Transform, Load):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key process in migration: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from legacy sources.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into the right format and structure.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into the new system (like SQL 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9220" y="4638386"/>
            <a:ext cx="11482779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step to eliminate redundancy (duplicate data) and ensure logical relationships between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storage efficiency and data consistency.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6857" y="5669465"/>
            <a:ext cx="1148278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(Talend, Informatica, OpenRefine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data cleaning, transformation,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the re-engineering process faster, more accurate, and less manual.</a:t>
            </a:r>
          </a:p>
        </p:txBody>
      </p:sp>
    </p:spTree>
    <p:extLst>
      <p:ext uri="{BB962C8B-B14F-4D97-AF65-F5344CB8AC3E}">
        <p14:creationId xmlns:p14="http://schemas.microsoft.com/office/powerpoint/2010/main" val="1689035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C0B9FB-5EA2-4A73-A320-CEC2AD2C9900}"/>
              </a:ext>
            </a:extLst>
          </p:cNvPr>
          <p:cNvSpPr/>
          <p:nvPr/>
        </p:nvSpPr>
        <p:spPr>
          <a:xfrm>
            <a:off x="0" y="-153600"/>
            <a:ext cx="12192000" cy="1059628"/>
          </a:xfrm>
          <a:prstGeom prst="roundRect">
            <a:avLst/>
          </a:pr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35595-A6B1-4C2E-9881-F0C6B8406E60}"/>
              </a:ext>
            </a:extLst>
          </p:cNvPr>
          <p:cNvSpPr txBox="1"/>
          <p:nvPr/>
        </p:nvSpPr>
        <p:spPr>
          <a:xfrm>
            <a:off x="634613" y="53048"/>
            <a:ext cx="1091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Conclusion</a:t>
            </a:r>
            <a:endParaRPr lang="en-GB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34613" y="938587"/>
            <a:ext cx="11557387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Documentation: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Old systems often lack clear data definitions.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Corruption or Missing Records: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Makes accurate migration difficult.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Dependencies: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is linked across many outdated files.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 &amp; Time: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Cleaning and converting large datasets can be expensive.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Data Loss: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Mistakes during migration may cause loss of important information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bank case, some old customer records were incomplete or used outdated formats that needed manual review before migration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Software Re-engineering: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→ improves code &amp; design.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→ improves data quality &amp; structure.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essential for system success.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1240" y="4882196"/>
            <a:ext cx="9272337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re-engineering is vital for successful software modernization.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legacy data is clean, consistent, and compatible with new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applying techniques like profiling, mapping, ETL, and normalization, organizations can turn old, unreliable data into a valuable, well-structured asset.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short: Modern systems can’t perform well without modern, well-engineered data.</a:t>
            </a:r>
          </a:p>
        </p:txBody>
      </p:sp>
    </p:spTree>
    <p:extLst>
      <p:ext uri="{BB962C8B-B14F-4D97-AF65-F5344CB8AC3E}">
        <p14:creationId xmlns:p14="http://schemas.microsoft.com/office/powerpoint/2010/main" val="3048895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655</Words>
  <Application>Microsoft Office PowerPoint</Application>
  <PresentationFormat>Widescreen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Mehnoor Fayyaz</dc:creator>
  <cp:lastModifiedBy>PMYLS</cp:lastModifiedBy>
  <cp:revision>38</cp:revision>
  <dcterms:created xsi:type="dcterms:W3CDTF">2025-10-11T13:41:25Z</dcterms:created>
  <dcterms:modified xsi:type="dcterms:W3CDTF">2025-10-20T18:41:58Z</dcterms:modified>
</cp:coreProperties>
</file>