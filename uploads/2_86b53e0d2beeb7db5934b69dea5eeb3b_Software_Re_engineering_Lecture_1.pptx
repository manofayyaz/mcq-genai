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oftware-re-engineering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oftware-re-engineering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oftware-re-engineering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oftware-re-engineering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oftware-re-engineering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oftware-re-engineering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oftware-re-engineering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oftware-re-engineering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oftware-re-engineering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oftware-re-engineering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oftware-re-engineering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oftware-re-engineering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oftware-re-engineering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oftware-re-engineering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oftware-re-engineering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Software-re-engineering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Software-re-engineering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Software-re-engineering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Software-re-engineering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Software-re-engineering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Software-re-engineering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Software-re-engineering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