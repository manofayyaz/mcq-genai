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0232"/>
    <a:srgbClr val="800244"/>
    <a:srgbClr val="FFFFCC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32" autoAdjust="0"/>
    <p:restoredTop sz="94660"/>
  </p:normalViewPr>
  <p:slideViewPr>
    <p:cSldViewPr snapToGrid="0">
      <p:cViewPr varScale="1">
        <p:scale>
          <a:sx n="64" d="100"/>
          <a:sy n="64" d="100"/>
        </p:scale>
        <p:origin x="6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f192238287e27194" providerId="LiveId" clId="{076185F6-03EE-48B3-B51D-12DE4E77E9E3}"/>
    <pc:docChg chg="undo redo custSel addSld delSld modSld">
      <pc:chgData name="" userId="f192238287e27194" providerId="LiveId" clId="{076185F6-03EE-48B3-B51D-12DE4E77E9E3}" dt="2025-11-12T13:39:47.589" v="7901" actId="1036"/>
      <pc:docMkLst>
        <pc:docMk/>
      </pc:docMkLst>
      <pc:sldChg chg="addSp delSp modSp modTransition">
        <pc:chgData name="" userId="f192238287e27194" providerId="LiveId" clId="{076185F6-03EE-48B3-B51D-12DE4E77E9E3}" dt="2025-11-12T13:06:06.330" v="7744" actId="1076"/>
        <pc:sldMkLst>
          <pc:docMk/>
          <pc:sldMk cId="1317524878" sldId="256"/>
        </pc:sldMkLst>
        <pc:spChg chg="add del mod">
          <ac:chgData name="" userId="f192238287e27194" providerId="LiveId" clId="{076185F6-03EE-48B3-B51D-12DE4E77E9E3}" dt="2025-11-12T12:06:41.873" v="7734" actId="478"/>
          <ac:spMkLst>
            <pc:docMk/>
            <pc:sldMk cId="1317524878" sldId="256"/>
            <ac:spMk id="2" creationId="{B491D865-F5D8-4692-9DC8-CAF6CF1A182D}"/>
          </ac:spMkLst>
        </pc:spChg>
        <pc:spChg chg="mod">
          <ac:chgData name="" userId="f192238287e27194" providerId="LiveId" clId="{076185F6-03EE-48B3-B51D-12DE4E77E9E3}" dt="2025-11-12T13:05:59.504" v="7742" actId="1076"/>
          <ac:spMkLst>
            <pc:docMk/>
            <pc:sldMk cId="1317524878" sldId="256"/>
            <ac:spMk id="4" creationId="{D74462C0-50C9-46EB-B532-2ADE9DC0DB80}"/>
          </ac:spMkLst>
        </pc:spChg>
        <pc:spChg chg="ord">
          <ac:chgData name="" userId="f192238287e27194" providerId="LiveId" clId="{076185F6-03EE-48B3-B51D-12DE4E77E9E3}" dt="2025-10-01T14:32:00.626" v="1634" actId="166"/>
          <ac:spMkLst>
            <pc:docMk/>
            <pc:sldMk cId="1317524878" sldId="256"/>
            <ac:spMk id="5" creationId="{1EB38A71-6C63-4589-B29C-2FE56209BD54}"/>
          </ac:spMkLst>
        </pc:spChg>
        <pc:spChg chg="mod">
          <ac:chgData name="" userId="f192238287e27194" providerId="LiveId" clId="{076185F6-03EE-48B3-B51D-12DE4E77E9E3}" dt="2025-11-10T14:16:54.278" v="6728" actId="20577"/>
          <ac:spMkLst>
            <pc:docMk/>
            <pc:sldMk cId="1317524878" sldId="256"/>
            <ac:spMk id="8" creationId="{0F022995-581B-4796-B9D0-AE17946346E4}"/>
          </ac:spMkLst>
        </pc:spChg>
        <pc:spChg chg="mod">
          <ac:chgData name="" userId="f192238287e27194" providerId="LiveId" clId="{076185F6-03EE-48B3-B51D-12DE4E77E9E3}" dt="2025-11-12T13:06:06.330" v="7744" actId="1076"/>
          <ac:spMkLst>
            <pc:docMk/>
            <pc:sldMk cId="1317524878" sldId="256"/>
            <ac:spMk id="11" creationId="{6F8A96DE-E2E5-4FEB-AEC5-67C3536C3872}"/>
          </ac:spMkLst>
        </pc:spChg>
        <pc:spChg chg="add mod">
          <ac:chgData name="" userId="f192238287e27194" providerId="LiveId" clId="{076185F6-03EE-48B3-B51D-12DE4E77E9E3}" dt="2025-10-01T14:31:41.541" v="1630" actId="1076"/>
          <ac:spMkLst>
            <pc:docMk/>
            <pc:sldMk cId="1317524878" sldId="256"/>
            <ac:spMk id="12" creationId="{FE032CBB-2B9F-4623-9B09-288E7D4D0594}"/>
          </ac:spMkLst>
        </pc:spChg>
        <pc:spChg chg="add mod">
          <ac:chgData name="" userId="f192238287e27194" providerId="LiveId" clId="{076185F6-03EE-48B3-B51D-12DE4E77E9E3}" dt="2025-10-01T14:32:06.433" v="1635" actId="14100"/>
          <ac:spMkLst>
            <pc:docMk/>
            <pc:sldMk cId="1317524878" sldId="256"/>
            <ac:spMk id="13" creationId="{45FCF8F8-E760-4699-A082-526CA8E4AC33}"/>
          </ac:spMkLst>
        </pc:spChg>
      </pc:sldChg>
      <pc:sldChg chg="addSp delSp modSp modTransition">
        <pc:chgData name="" userId="f192238287e27194" providerId="LiveId" clId="{076185F6-03EE-48B3-B51D-12DE4E77E9E3}" dt="2025-11-12T12:14:54.595" v="7735" actId="1036"/>
        <pc:sldMkLst>
          <pc:docMk/>
          <pc:sldMk cId="2350276475" sldId="257"/>
        </pc:sldMkLst>
        <pc:spChg chg="add mod">
          <ac:chgData name="" userId="f192238287e27194" providerId="LiveId" clId="{076185F6-03EE-48B3-B51D-12DE4E77E9E3}" dt="2025-11-10T14:17:16.836" v="6729" actId="1076"/>
          <ac:spMkLst>
            <pc:docMk/>
            <pc:sldMk cId="2350276475" sldId="257"/>
            <ac:spMk id="3" creationId="{B1CC79D1-3F9F-49BE-93DA-27791BE97178}"/>
          </ac:spMkLst>
        </pc:spChg>
        <pc:spChg chg="mod">
          <ac:chgData name="" userId="f192238287e27194" providerId="LiveId" clId="{076185F6-03EE-48B3-B51D-12DE4E77E9E3}" dt="2025-11-10T14:12:57.831" v="6681" actId="1076"/>
          <ac:spMkLst>
            <pc:docMk/>
            <pc:sldMk cId="2350276475" sldId="257"/>
            <ac:spMk id="4" creationId="{D74462C0-50C9-46EB-B532-2ADE9DC0DB80}"/>
          </ac:spMkLst>
        </pc:spChg>
        <pc:spChg chg="mod">
          <ac:chgData name="" userId="f192238287e27194" providerId="LiveId" clId="{076185F6-03EE-48B3-B51D-12DE4E77E9E3}" dt="2025-11-10T14:17:16.836" v="6729" actId="1076"/>
          <ac:spMkLst>
            <pc:docMk/>
            <pc:sldMk cId="2350276475" sldId="257"/>
            <ac:spMk id="6" creationId="{60D0AF22-2A14-4F8A-A937-29DC96865778}"/>
          </ac:spMkLst>
        </pc:spChg>
        <pc:spChg chg="mod">
          <ac:chgData name="" userId="f192238287e27194" providerId="LiveId" clId="{076185F6-03EE-48B3-B51D-12DE4E77E9E3}" dt="2025-11-10T14:17:16.836" v="6729" actId="1076"/>
          <ac:spMkLst>
            <pc:docMk/>
            <pc:sldMk cId="2350276475" sldId="257"/>
            <ac:spMk id="7" creationId="{5FE4EE83-45EC-473B-B99B-C05FCD8FC4F6}"/>
          </ac:spMkLst>
        </pc:spChg>
        <pc:spChg chg="add del mod">
          <ac:chgData name="" userId="f192238287e27194" providerId="LiveId" clId="{076185F6-03EE-48B3-B51D-12DE4E77E9E3}" dt="2025-11-10T14:09:16.275" v="6409" actId="478"/>
          <ac:spMkLst>
            <pc:docMk/>
            <pc:sldMk cId="2350276475" sldId="257"/>
            <ac:spMk id="8" creationId="{27F03EDA-0483-4C48-9392-5EC70805CFF8}"/>
          </ac:spMkLst>
        </pc:spChg>
        <pc:spChg chg="mod">
          <ac:chgData name="" userId="f192238287e27194" providerId="LiveId" clId="{076185F6-03EE-48B3-B51D-12DE4E77E9E3}" dt="2025-11-10T12:09:57.267" v="4816" actId="1076"/>
          <ac:spMkLst>
            <pc:docMk/>
            <pc:sldMk cId="2350276475" sldId="257"/>
            <ac:spMk id="11" creationId="{6F8A96DE-E2E5-4FEB-AEC5-67C3536C3872}"/>
          </ac:spMkLst>
        </pc:spChg>
        <pc:spChg chg="add mod ord">
          <ac:chgData name="" userId="f192238287e27194" providerId="LiveId" clId="{076185F6-03EE-48B3-B51D-12DE4E77E9E3}" dt="2025-11-10T14:13:21.794" v="6689" actId="1076"/>
          <ac:spMkLst>
            <pc:docMk/>
            <pc:sldMk cId="2350276475" sldId="257"/>
            <ac:spMk id="12" creationId="{B2BE8B15-9B0B-4513-BC5D-5B6D5D29B7C6}"/>
          </ac:spMkLst>
        </pc:spChg>
        <pc:spChg chg="add mod ord">
          <ac:chgData name="" userId="f192238287e27194" providerId="LiveId" clId="{076185F6-03EE-48B3-B51D-12DE4E77E9E3}" dt="2025-11-10T14:13:16.618" v="6688" actId="1076"/>
          <ac:spMkLst>
            <pc:docMk/>
            <pc:sldMk cId="2350276475" sldId="257"/>
            <ac:spMk id="13" creationId="{DFA7F3FF-34CC-4AB9-B55C-51D7BF110BE3}"/>
          </ac:spMkLst>
        </pc:spChg>
        <pc:spChg chg="add mod ord">
          <ac:chgData name="" userId="f192238287e27194" providerId="LiveId" clId="{076185F6-03EE-48B3-B51D-12DE4E77E9E3}" dt="2025-11-10T14:14:26.948" v="6697" actId="1076"/>
          <ac:spMkLst>
            <pc:docMk/>
            <pc:sldMk cId="2350276475" sldId="257"/>
            <ac:spMk id="14" creationId="{034CA7DC-27CC-4B56-BF80-F630996E971F}"/>
          </ac:spMkLst>
        </pc:spChg>
        <pc:spChg chg="add del mod">
          <ac:chgData name="" userId="f192238287e27194" providerId="LiveId" clId="{076185F6-03EE-48B3-B51D-12DE4E77E9E3}" dt="2025-11-10T14:09:18.185" v="6410" actId="478"/>
          <ac:spMkLst>
            <pc:docMk/>
            <pc:sldMk cId="2350276475" sldId="257"/>
            <ac:spMk id="15" creationId="{3E323F06-1768-4D10-B90A-D7D7F3D8242E}"/>
          </ac:spMkLst>
        </pc:spChg>
        <pc:spChg chg="add mod">
          <ac:chgData name="" userId="f192238287e27194" providerId="LiveId" clId="{076185F6-03EE-48B3-B51D-12DE4E77E9E3}" dt="2025-11-10T14:04:38.446" v="6402" actId="207"/>
          <ac:spMkLst>
            <pc:docMk/>
            <pc:sldMk cId="2350276475" sldId="257"/>
            <ac:spMk id="16" creationId="{6DF1082A-875F-41FA-B47F-1D9189DB010F}"/>
          </ac:spMkLst>
        </pc:spChg>
        <pc:spChg chg="add mod">
          <ac:chgData name="" userId="f192238287e27194" providerId="LiveId" clId="{076185F6-03EE-48B3-B51D-12DE4E77E9E3}" dt="2025-11-10T14:12:55.336" v="6679" actId="14100"/>
          <ac:spMkLst>
            <pc:docMk/>
            <pc:sldMk cId="2350276475" sldId="257"/>
            <ac:spMk id="17" creationId="{2290C2BE-F61F-491C-909A-EDC48A88B0F4}"/>
          </ac:spMkLst>
        </pc:spChg>
        <pc:spChg chg="add mod ord">
          <ac:chgData name="" userId="f192238287e27194" providerId="LiveId" clId="{076185F6-03EE-48B3-B51D-12DE4E77E9E3}" dt="2025-11-10T14:13:01.351" v="6682" actId="14100"/>
          <ac:spMkLst>
            <pc:docMk/>
            <pc:sldMk cId="2350276475" sldId="257"/>
            <ac:spMk id="18" creationId="{05B277A2-122C-41A3-BB32-1E8CEE9EF79C}"/>
          </ac:spMkLst>
        </pc:spChg>
        <pc:spChg chg="add mod">
          <ac:chgData name="" userId="f192238287e27194" providerId="LiveId" clId="{076185F6-03EE-48B3-B51D-12DE4E77E9E3}" dt="2025-11-12T12:14:54.595" v="7735" actId="1036"/>
          <ac:spMkLst>
            <pc:docMk/>
            <pc:sldMk cId="2350276475" sldId="257"/>
            <ac:spMk id="19" creationId="{C7C33C2C-25E9-4F94-9D64-E9987D0F062A}"/>
          </ac:spMkLst>
        </pc:spChg>
      </pc:sldChg>
      <pc:sldChg chg="addSp delSp modSp modTransition">
        <pc:chgData name="" userId="f192238287e27194" providerId="LiveId" clId="{076185F6-03EE-48B3-B51D-12DE4E77E9E3}" dt="2025-11-11T20:03:12.717" v="7605" actId="1036"/>
        <pc:sldMkLst>
          <pc:docMk/>
          <pc:sldMk cId="214474520" sldId="258"/>
        </pc:sldMkLst>
        <pc:spChg chg="add del mod">
          <ac:chgData name="" userId="f192238287e27194" providerId="LiveId" clId="{076185F6-03EE-48B3-B51D-12DE4E77E9E3}" dt="2025-11-10T12:15:31.031" v="5309" actId="478"/>
          <ac:spMkLst>
            <pc:docMk/>
            <pc:sldMk cId="214474520" sldId="258"/>
            <ac:spMk id="3" creationId="{33ECE884-0575-4CFD-9706-669CAA277AF5}"/>
          </ac:spMkLst>
        </pc:spChg>
        <pc:spChg chg="mod">
          <ac:chgData name="" userId="f192238287e27194" providerId="LiveId" clId="{076185F6-03EE-48B3-B51D-12DE4E77E9E3}" dt="2025-11-11T20:03:12.717" v="7605" actId="1036"/>
          <ac:spMkLst>
            <pc:docMk/>
            <pc:sldMk cId="214474520" sldId="258"/>
            <ac:spMk id="4" creationId="{D74462C0-50C9-46EB-B532-2ADE9DC0DB80}"/>
          </ac:spMkLst>
        </pc:spChg>
        <pc:spChg chg="mod">
          <ac:chgData name="" userId="f192238287e27194" providerId="LiveId" clId="{076185F6-03EE-48B3-B51D-12DE4E77E9E3}" dt="2025-11-10T12:18:34.498" v="5399" actId="14100"/>
          <ac:spMkLst>
            <pc:docMk/>
            <pc:sldMk cId="214474520" sldId="258"/>
            <ac:spMk id="6" creationId="{60D0AF22-2A14-4F8A-A937-29DC96865778}"/>
          </ac:spMkLst>
        </pc:spChg>
        <pc:spChg chg="add mod">
          <ac:chgData name="" userId="f192238287e27194" providerId="LiveId" clId="{076185F6-03EE-48B3-B51D-12DE4E77E9E3}" dt="2025-11-11T17:53:35.874" v="7268" actId="14861"/>
          <ac:spMkLst>
            <pc:docMk/>
            <pc:sldMk cId="214474520" sldId="258"/>
            <ac:spMk id="7" creationId="{87D22730-B421-410B-8B0C-DCDB84C23E40}"/>
          </ac:spMkLst>
        </pc:spChg>
        <pc:spChg chg="mod topLvl">
          <ac:chgData name="" userId="f192238287e27194" providerId="LiveId" clId="{076185F6-03EE-48B3-B51D-12DE4E77E9E3}" dt="2025-11-10T13:51:45.294" v="6088" actId="1076"/>
          <ac:spMkLst>
            <pc:docMk/>
            <pc:sldMk cId="214474520" sldId="258"/>
            <ac:spMk id="13" creationId="{59B5CCA4-5C3B-48A4-9C63-77DB1813DB05}"/>
          </ac:spMkLst>
        </pc:spChg>
        <pc:spChg chg="mod topLvl">
          <ac:chgData name="" userId="f192238287e27194" providerId="LiveId" clId="{076185F6-03EE-48B3-B51D-12DE4E77E9E3}" dt="2025-11-10T13:52:05.162" v="6092" actId="14100"/>
          <ac:spMkLst>
            <pc:docMk/>
            <pc:sldMk cId="214474520" sldId="258"/>
            <ac:spMk id="14" creationId="{A1C28837-0A55-401B-84A1-D8360E798F3E}"/>
          </ac:spMkLst>
        </pc:spChg>
        <pc:spChg chg="mod topLvl">
          <ac:chgData name="" userId="f192238287e27194" providerId="LiveId" clId="{076185F6-03EE-48B3-B51D-12DE4E77E9E3}" dt="2025-11-10T13:51:49.897" v="6089" actId="1076"/>
          <ac:spMkLst>
            <pc:docMk/>
            <pc:sldMk cId="214474520" sldId="258"/>
            <ac:spMk id="15" creationId="{66767B90-771D-45A6-97EF-C07864AD0473}"/>
          </ac:spMkLst>
        </pc:spChg>
        <pc:spChg chg="mod topLvl">
          <ac:chgData name="" userId="f192238287e27194" providerId="LiveId" clId="{076185F6-03EE-48B3-B51D-12DE4E77E9E3}" dt="2025-11-10T13:51:13.497" v="6081" actId="404"/>
          <ac:spMkLst>
            <pc:docMk/>
            <pc:sldMk cId="214474520" sldId="258"/>
            <ac:spMk id="16" creationId="{30252AF1-4FC6-40DF-AE6E-697AC69ADB11}"/>
          </ac:spMkLst>
        </pc:spChg>
        <pc:spChg chg="mod topLvl">
          <ac:chgData name="" userId="f192238287e27194" providerId="LiveId" clId="{076185F6-03EE-48B3-B51D-12DE4E77E9E3}" dt="2025-11-10T13:51:53.777" v="6090" actId="1076"/>
          <ac:spMkLst>
            <pc:docMk/>
            <pc:sldMk cId="214474520" sldId="258"/>
            <ac:spMk id="17" creationId="{DDAC30CB-5DDA-4904-88CF-1757B35669E9}"/>
          </ac:spMkLst>
        </pc:spChg>
        <pc:spChg chg="mod topLvl">
          <ac:chgData name="" userId="f192238287e27194" providerId="LiveId" clId="{076185F6-03EE-48B3-B51D-12DE4E77E9E3}" dt="2025-11-11T20:02:59.515" v="7602" actId="1076"/>
          <ac:spMkLst>
            <pc:docMk/>
            <pc:sldMk cId="214474520" sldId="258"/>
            <ac:spMk id="18" creationId="{41B3D41F-28CC-457D-9480-3F3EABBD73B7}"/>
          </ac:spMkLst>
        </pc:spChg>
        <pc:spChg chg="mod topLvl">
          <ac:chgData name="" userId="f192238287e27194" providerId="LiveId" clId="{076185F6-03EE-48B3-B51D-12DE4E77E9E3}" dt="2025-11-10T13:51:22.478" v="6084" actId="14100"/>
          <ac:spMkLst>
            <pc:docMk/>
            <pc:sldMk cId="214474520" sldId="258"/>
            <ac:spMk id="19" creationId="{5D420A9E-D81D-4031-B159-FF96793A53C6}"/>
          </ac:spMkLst>
        </pc:spChg>
        <pc:spChg chg="mod topLvl">
          <ac:chgData name="" userId="f192238287e27194" providerId="LiveId" clId="{076185F6-03EE-48B3-B51D-12DE4E77E9E3}" dt="2025-11-11T20:03:09.380" v="7604" actId="1076"/>
          <ac:spMkLst>
            <pc:docMk/>
            <pc:sldMk cId="214474520" sldId="258"/>
            <ac:spMk id="20" creationId="{0ED8DF9F-C2E4-4927-9483-E9D5CE0044FE}"/>
          </ac:spMkLst>
        </pc:spChg>
        <pc:spChg chg="add mod">
          <ac:chgData name="" userId="f192238287e27194" providerId="LiveId" clId="{076185F6-03EE-48B3-B51D-12DE4E77E9E3}" dt="2025-11-11T17:53:35.874" v="7268" actId="14861"/>
          <ac:spMkLst>
            <pc:docMk/>
            <pc:sldMk cId="214474520" sldId="258"/>
            <ac:spMk id="25" creationId="{F90E2E42-DD0E-4FA6-AA41-6FD1FDE9B98E}"/>
          </ac:spMkLst>
        </pc:spChg>
        <pc:spChg chg="add mod">
          <ac:chgData name="" userId="f192238287e27194" providerId="LiveId" clId="{076185F6-03EE-48B3-B51D-12DE4E77E9E3}" dt="2025-11-11T17:53:35.874" v="7268" actId="14861"/>
          <ac:spMkLst>
            <pc:docMk/>
            <pc:sldMk cId="214474520" sldId="258"/>
            <ac:spMk id="26" creationId="{555F5816-1458-4129-9363-B410530E11A2}"/>
          </ac:spMkLst>
        </pc:spChg>
        <pc:spChg chg="add mod">
          <ac:chgData name="" userId="f192238287e27194" providerId="LiveId" clId="{076185F6-03EE-48B3-B51D-12DE4E77E9E3}" dt="2025-11-11T17:53:35.874" v="7268" actId="14861"/>
          <ac:spMkLst>
            <pc:docMk/>
            <pc:sldMk cId="214474520" sldId="258"/>
            <ac:spMk id="27" creationId="{B8D39ED6-99A0-4B51-9D2B-AB52A51923A3}"/>
          </ac:spMkLst>
        </pc:spChg>
        <pc:spChg chg="add mod">
          <ac:chgData name="" userId="f192238287e27194" providerId="LiveId" clId="{076185F6-03EE-48B3-B51D-12DE4E77E9E3}" dt="2025-11-10T12:17:04.887" v="5374" actId="1076"/>
          <ac:spMkLst>
            <pc:docMk/>
            <pc:sldMk cId="214474520" sldId="258"/>
            <ac:spMk id="28" creationId="{6D467316-1EE6-4108-8FD0-02B71609D04B}"/>
          </ac:spMkLst>
        </pc:spChg>
        <pc:spChg chg="add mod">
          <ac:chgData name="" userId="f192238287e27194" providerId="LiveId" clId="{076185F6-03EE-48B3-B51D-12DE4E77E9E3}" dt="2025-11-10T12:17:58.616" v="5392" actId="1076"/>
          <ac:spMkLst>
            <pc:docMk/>
            <pc:sldMk cId="214474520" sldId="258"/>
            <ac:spMk id="29" creationId="{77499A6C-1328-4889-82EE-2F450B0B7B24}"/>
          </ac:spMkLst>
        </pc:spChg>
        <pc:spChg chg="add del mod">
          <ac:chgData name="" userId="f192238287e27194" providerId="LiveId" clId="{076185F6-03EE-48B3-B51D-12DE4E77E9E3}" dt="2025-11-10T12:20:36.691" v="5415" actId="478"/>
          <ac:spMkLst>
            <pc:docMk/>
            <pc:sldMk cId="214474520" sldId="258"/>
            <ac:spMk id="30" creationId="{C540151E-B1AA-46E2-B878-E4B561EE608F}"/>
          </ac:spMkLst>
        </pc:spChg>
        <pc:spChg chg="add mod">
          <ac:chgData name="" userId="f192238287e27194" providerId="LiveId" clId="{076185F6-03EE-48B3-B51D-12DE4E77E9E3}" dt="2025-11-11T17:52:22.061" v="6968" actId="571"/>
          <ac:spMkLst>
            <pc:docMk/>
            <pc:sldMk cId="214474520" sldId="258"/>
            <ac:spMk id="30" creationId="{F47BE941-6BFB-4F72-911D-27C09320769E}"/>
          </ac:spMkLst>
        </pc:spChg>
        <pc:spChg chg="add mod">
          <ac:chgData name="" userId="f192238287e27194" providerId="LiveId" clId="{076185F6-03EE-48B3-B51D-12DE4E77E9E3}" dt="2025-11-10T12:17:47.870" v="5388" actId="1076"/>
          <ac:spMkLst>
            <pc:docMk/>
            <pc:sldMk cId="214474520" sldId="258"/>
            <ac:spMk id="31" creationId="{FE4C9B47-7251-4744-B074-052D9CF958F6}"/>
          </ac:spMkLst>
        </pc:spChg>
        <pc:spChg chg="add mod">
          <ac:chgData name="" userId="f192238287e27194" providerId="LiveId" clId="{076185F6-03EE-48B3-B51D-12DE4E77E9E3}" dt="2025-11-10T12:20:45.916" v="5418" actId="20577"/>
          <ac:spMkLst>
            <pc:docMk/>
            <pc:sldMk cId="214474520" sldId="258"/>
            <ac:spMk id="32" creationId="{A18519C0-88AE-4281-934C-EF3B39F532D7}"/>
          </ac:spMkLst>
        </pc:spChg>
        <pc:spChg chg="add mod">
          <ac:chgData name="" userId="f192238287e27194" providerId="LiveId" clId="{076185F6-03EE-48B3-B51D-12DE4E77E9E3}" dt="2025-11-10T12:22:06.151" v="5430" actId="2085"/>
          <ac:spMkLst>
            <pc:docMk/>
            <pc:sldMk cId="214474520" sldId="258"/>
            <ac:spMk id="33" creationId="{E27E22F2-9E54-415F-8954-0D63BAA34E00}"/>
          </ac:spMkLst>
        </pc:spChg>
        <pc:spChg chg="add mod">
          <ac:chgData name="" userId="f192238287e27194" providerId="LiveId" clId="{076185F6-03EE-48B3-B51D-12DE4E77E9E3}" dt="2025-11-10T12:22:14.216" v="5432" actId="1076"/>
          <ac:spMkLst>
            <pc:docMk/>
            <pc:sldMk cId="214474520" sldId="258"/>
            <ac:spMk id="34" creationId="{05BC32F5-A056-45B1-9266-4DE2DDBE3897}"/>
          </ac:spMkLst>
        </pc:spChg>
        <pc:spChg chg="add mod">
          <ac:chgData name="" userId="f192238287e27194" providerId="LiveId" clId="{076185F6-03EE-48B3-B51D-12DE4E77E9E3}" dt="2025-11-10T12:22:15.254" v="5433"/>
          <ac:spMkLst>
            <pc:docMk/>
            <pc:sldMk cId="214474520" sldId="258"/>
            <ac:spMk id="35" creationId="{C4B826D2-1786-4130-AA92-3A8E11E7FD4C}"/>
          </ac:spMkLst>
        </pc:spChg>
        <pc:spChg chg="add mod">
          <ac:chgData name="" userId="f192238287e27194" providerId="LiveId" clId="{076185F6-03EE-48B3-B51D-12DE4E77E9E3}" dt="2025-11-10T12:22:16.315" v="5434"/>
          <ac:spMkLst>
            <pc:docMk/>
            <pc:sldMk cId="214474520" sldId="258"/>
            <ac:spMk id="36" creationId="{B1354191-B0EF-41E4-9DA9-5B7A53A3F72A}"/>
          </ac:spMkLst>
        </pc:spChg>
        <pc:spChg chg="add mod">
          <ac:chgData name="" userId="f192238287e27194" providerId="LiveId" clId="{076185F6-03EE-48B3-B51D-12DE4E77E9E3}" dt="2025-11-11T17:52:22.061" v="6968" actId="571"/>
          <ac:spMkLst>
            <pc:docMk/>
            <pc:sldMk cId="214474520" sldId="258"/>
            <ac:spMk id="37" creationId="{51C7F69E-EBC7-47F1-997E-20D5660FFA0D}"/>
          </ac:spMkLst>
        </pc:spChg>
        <pc:spChg chg="add mod">
          <ac:chgData name="" userId="f192238287e27194" providerId="LiveId" clId="{076185F6-03EE-48B3-B51D-12DE4E77E9E3}" dt="2025-11-11T17:52:22.061" v="6968" actId="571"/>
          <ac:spMkLst>
            <pc:docMk/>
            <pc:sldMk cId="214474520" sldId="258"/>
            <ac:spMk id="38" creationId="{F5DE5FE2-F9E8-43D9-A877-864A5707D819}"/>
          </ac:spMkLst>
        </pc:spChg>
        <pc:spChg chg="add mod">
          <ac:chgData name="" userId="f192238287e27194" providerId="LiveId" clId="{076185F6-03EE-48B3-B51D-12DE4E77E9E3}" dt="2025-11-11T17:52:22.061" v="6968" actId="571"/>
          <ac:spMkLst>
            <pc:docMk/>
            <pc:sldMk cId="214474520" sldId="258"/>
            <ac:spMk id="39" creationId="{7CEDF3A4-1061-4135-AE5E-ECC620C8186E}"/>
          </ac:spMkLst>
        </pc:spChg>
        <pc:grpChg chg="del mod">
          <ac:chgData name="" userId="f192238287e27194" providerId="LiveId" clId="{076185F6-03EE-48B3-B51D-12DE4E77E9E3}" dt="2025-11-10T12:11:00.091" v="4822" actId="165"/>
          <ac:grpSpMkLst>
            <pc:docMk/>
            <pc:sldMk cId="214474520" sldId="258"/>
            <ac:grpSpMk id="21" creationId="{D26AC2E4-4E7A-495C-AD96-EDB446DB86F3}"/>
          </ac:grpSpMkLst>
        </pc:grpChg>
        <pc:grpChg chg="del mod">
          <ac:chgData name="" userId="f192238287e27194" providerId="LiveId" clId="{076185F6-03EE-48B3-B51D-12DE4E77E9E3}" dt="2025-11-10T12:11:02.928" v="4823" actId="165"/>
          <ac:grpSpMkLst>
            <pc:docMk/>
            <pc:sldMk cId="214474520" sldId="258"/>
            <ac:grpSpMk id="22" creationId="{0084B921-5CA0-4386-9902-DE28945669C5}"/>
          </ac:grpSpMkLst>
        </pc:grpChg>
        <pc:grpChg chg="del mod">
          <ac:chgData name="" userId="f192238287e27194" providerId="LiveId" clId="{076185F6-03EE-48B3-B51D-12DE4E77E9E3}" dt="2025-11-10T12:11:13.401" v="4825" actId="165"/>
          <ac:grpSpMkLst>
            <pc:docMk/>
            <pc:sldMk cId="214474520" sldId="258"/>
            <ac:grpSpMk id="23" creationId="{62B4BDAC-19BD-4A46-8B7B-DBF2918366D9}"/>
          </ac:grpSpMkLst>
        </pc:grpChg>
        <pc:grpChg chg="del mod">
          <ac:chgData name="" userId="f192238287e27194" providerId="LiveId" clId="{076185F6-03EE-48B3-B51D-12DE4E77E9E3}" dt="2025-11-10T12:11:07.488" v="4824" actId="165"/>
          <ac:grpSpMkLst>
            <pc:docMk/>
            <pc:sldMk cId="214474520" sldId="258"/>
            <ac:grpSpMk id="24" creationId="{2E126F81-66DF-49D3-8988-9D9ABBA48D4D}"/>
          </ac:grpSpMkLst>
        </pc:grpChg>
        <pc:cxnChg chg="add mod">
          <ac:chgData name="" userId="f192238287e27194" providerId="LiveId" clId="{076185F6-03EE-48B3-B51D-12DE4E77E9E3}" dt="2025-11-10T12:17:40.669" v="5386" actId="208"/>
          <ac:cxnSpMkLst>
            <pc:docMk/>
            <pc:sldMk cId="214474520" sldId="258"/>
            <ac:cxnSpMk id="12" creationId="{F8AEC067-C637-4EBB-BAB4-B6DF8E482DE9}"/>
          </ac:cxnSpMkLst>
        </pc:cxnChg>
      </pc:sldChg>
      <pc:sldChg chg="addSp delSp modSp modTransition modAnim">
        <pc:chgData name="" userId="f192238287e27194" providerId="LiveId" clId="{076185F6-03EE-48B3-B51D-12DE4E77E9E3}" dt="2025-11-11T20:04:23.687" v="7615" actId="14100"/>
        <pc:sldMkLst>
          <pc:docMk/>
          <pc:sldMk cId="403665287" sldId="259"/>
        </pc:sldMkLst>
        <pc:spChg chg="mod">
          <ac:chgData name="" userId="f192238287e27194" providerId="LiveId" clId="{076185F6-03EE-48B3-B51D-12DE4E77E9E3}" dt="2025-10-08T16:19:30.849" v="2712" actId="14100"/>
          <ac:spMkLst>
            <pc:docMk/>
            <pc:sldMk cId="403665287" sldId="259"/>
            <ac:spMk id="2" creationId="{05E67359-D04F-4E95-9E3B-46A7E0D73251}"/>
          </ac:spMkLst>
        </pc:spChg>
        <pc:spChg chg="mod topLvl">
          <ac:chgData name="" userId="f192238287e27194" providerId="LiveId" clId="{076185F6-03EE-48B3-B51D-12DE4E77E9E3}" dt="2025-11-11T20:03:56.912" v="7611" actId="12"/>
          <ac:spMkLst>
            <pc:docMk/>
            <pc:sldMk cId="403665287" sldId="259"/>
            <ac:spMk id="3" creationId="{8E8FDAA4-ADD6-4C86-A52F-01E467201888}"/>
          </ac:spMkLst>
        </pc:spChg>
        <pc:spChg chg="add del mod">
          <ac:chgData name="" userId="f192238287e27194" providerId="LiveId" clId="{076185F6-03EE-48B3-B51D-12DE4E77E9E3}" dt="2025-10-16T16:25:56.546" v="3553" actId="1076"/>
          <ac:spMkLst>
            <pc:docMk/>
            <pc:sldMk cId="403665287" sldId="259"/>
            <ac:spMk id="4" creationId="{D74462C0-50C9-46EB-B532-2ADE9DC0DB80}"/>
          </ac:spMkLst>
        </pc:spChg>
        <pc:spChg chg="mod">
          <ac:chgData name="" userId="f192238287e27194" providerId="LiveId" clId="{076185F6-03EE-48B3-B51D-12DE4E77E9E3}" dt="2025-10-08T16:19:33.508" v="2713" actId="1076"/>
          <ac:spMkLst>
            <pc:docMk/>
            <pc:sldMk cId="403665287" sldId="259"/>
            <ac:spMk id="5" creationId="{1EB38A71-6C63-4589-B29C-2FE56209BD54}"/>
          </ac:spMkLst>
        </pc:spChg>
        <pc:spChg chg="add mod ord">
          <ac:chgData name="" userId="f192238287e27194" providerId="LiveId" clId="{076185F6-03EE-48B3-B51D-12DE4E77E9E3}" dt="2025-10-16T16:19:22.395" v="2929" actId="164"/>
          <ac:spMkLst>
            <pc:docMk/>
            <pc:sldMk cId="403665287" sldId="259"/>
            <ac:spMk id="6" creationId="{9E376273-6218-482C-86DA-94946C9B71F3}"/>
          </ac:spMkLst>
        </pc:spChg>
        <pc:spChg chg="add mod">
          <ac:chgData name="" userId="f192238287e27194" providerId="LiveId" clId="{076185F6-03EE-48B3-B51D-12DE4E77E9E3}" dt="2025-10-16T16:19:22.395" v="2929" actId="164"/>
          <ac:spMkLst>
            <pc:docMk/>
            <pc:sldMk cId="403665287" sldId="259"/>
            <ac:spMk id="7" creationId="{B84CD8DB-3690-42F1-BD08-37654A525C4A}"/>
          </ac:spMkLst>
        </pc:spChg>
        <pc:spChg chg="mod">
          <ac:chgData name="" userId="f192238287e27194" providerId="LiveId" clId="{076185F6-03EE-48B3-B51D-12DE4E77E9E3}" dt="2025-11-11T20:03:49.591" v="7610" actId="12"/>
          <ac:spMkLst>
            <pc:docMk/>
            <pc:sldMk cId="403665287" sldId="259"/>
            <ac:spMk id="8" creationId="{72E81FE5-3C65-4C85-B19D-BC14200BD07A}"/>
          </ac:spMkLst>
        </pc:spChg>
        <pc:spChg chg="mod">
          <ac:chgData name="" userId="f192238287e27194" providerId="LiveId" clId="{076185F6-03EE-48B3-B51D-12DE4E77E9E3}" dt="2025-11-11T20:03:31.881" v="7609" actId="1076"/>
          <ac:spMkLst>
            <pc:docMk/>
            <pc:sldMk cId="403665287" sldId="259"/>
            <ac:spMk id="9" creationId="{D2F77DD8-C456-481B-8B5A-4BA38D1AD51C}"/>
          </ac:spMkLst>
        </pc:spChg>
        <pc:spChg chg="mod">
          <ac:chgData name="" userId="f192238287e27194" providerId="LiveId" clId="{076185F6-03EE-48B3-B51D-12DE4E77E9E3}" dt="2025-11-11T20:03:19.532" v="7606" actId="1076"/>
          <ac:spMkLst>
            <pc:docMk/>
            <pc:sldMk cId="403665287" sldId="259"/>
            <ac:spMk id="10" creationId="{0025D7EF-BFA9-4BBE-A09E-289FDD2B17FA}"/>
          </ac:spMkLst>
        </pc:spChg>
        <pc:spChg chg="mod">
          <ac:chgData name="" userId="f192238287e27194" providerId="LiveId" clId="{076185F6-03EE-48B3-B51D-12DE4E77E9E3}" dt="2025-11-10T12:09:50.883" v="4815" actId="1076"/>
          <ac:spMkLst>
            <pc:docMk/>
            <pc:sldMk cId="403665287" sldId="259"/>
            <ac:spMk id="11" creationId="{6F8A96DE-E2E5-4FEB-AEC5-67C3536C3872}"/>
          </ac:spMkLst>
        </pc:spChg>
        <pc:spChg chg="add del mod">
          <ac:chgData name="" userId="f192238287e27194" providerId="LiveId" clId="{076185F6-03EE-48B3-B51D-12DE4E77E9E3}" dt="2025-10-01T13:20:52.486" v="179"/>
          <ac:spMkLst>
            <pc:docMk/>
            <pc:sldMk cId="403665287" sldId="259"/>
            <ac:spMk id="12" creationId="{41573FBF-B20C-4B0F-B432-186E61240C7A}"/>
          </ac:spMkLst>
        </pc:spChg>
        <pc:spChg chg="add del mod topLvl">
          <ac:chgData name="" userId="f192238287e27194" providerId="LiveId" clId="{076185F6-03EE-48B3-B51D-12DE4E77E9E3}" dt="2025-10-01T13:20:52.486" v="179"/>
          <ac:spMkLst>
            <pc:docMk/>
            <pc:sldMk cId="403665287" sldId="259"/>
            <ac:spMk id="13" creationId="{59B5CCA4-5C3B-48A4-9C63-77DB1813DB05}"/>
          </ac:spMkLst>
        </pc:spChg>
        <pc:spChg chg="mod topLvl">
          <ac:chgData name="" userId="f192238287e27194" providerId="LiveId" clId="{076185F6-03EE-48B3-B51D-12DE4E77E9E3}" dt="2025-10-01T13:18:39.986" v="143" actId="165"/>
          <ac:spMkLst>
            <pc:docMk/>
            <pc:sldMk cId="403665287" sldId="259"/>
            <ac:spMk id="14" creationId="{A1C28837-0A55-401B-84A1-D8360E798F3E}"/>
          </ac:spMkLst>
        </pc:spChg>
        <pc:spChg chg="add del mod topLvl">
          <ac:chgData name="" userId="f192238287e27194" providerId="LiveId" clId="{076185F6-03EE-48B3-B51D-12DE4E77E9E3}" dt="2025-10-01T13:20:52.486" v="179"/>
          <ac:spMkLst>
            <pc:docMk/>
            <pc:sldMk cId="403665287" sldId="259"/>
            <ac:spMk id="15" creationId="{66767B90-771D-45A6-97EF-C07864AD0473}"/>
          </ac:spMkLst>
        </pc:spChg>
        <pc:spChg chg="del mod topLvl">
          <ac:chgData name="" userId="f192238287e27194" providerId="LiveId" clId="{076185F6-03EE-48B3-B51D-12DE4E77E9E3}" dt="2025-10-16T16:12:22.059" v="2743" actId="478"/>
          <ac:spMkLst>
            <pc:docMk/>
            <pc:sldMk cId="403665287" sldId="259"/>
            <ac:spMk id="16" creationId="{30252AF1-4FC6-40DF-AE6E-697AC69ADB11}"/>
          </ac:spMkLst>
        </pc:spChg>
        <pc:spChg chg="add del mod topLvl">
          <ac:chgData name="" userId="f192238287e27194" providerId="LiveId" clId="{076185F6-03EE-48B3-B51D-12DE4E77E9E3}" dt="2025-10-01T13:20:52.486" v="179"/>
          <ac:spMkLst>
            <pc:docMk/>
            <pc:sldMk cId="403665287" sldId="259"/>
            <ac:spMk id="17" creationId="{DDAC30CB-5DDA-4904-88CF-1757B35669E9}"/>
          </ac:spMkLst>
        </pc:spChg>
        <pc:spChg chg="del mod topLvl">
          <ac:chgData name="" userId="f192238287e27194" providerId="LiveId" clId="{076185F6-03EE-48B3-B51D-12DE4E77E9E3}" dt="2025-10-16T16:14:42.759" v="2786" actId="478"/>
          <ac:spMkLst>
            <pc:docMk/>
            <pc:sldMk cId="403665287" sldId="259"/>
            <ac:spMk id="18" creationId="{41B3D41F-28CC-457D-9480-3F3EABBD73B7}"/>
          </ac:spMkLst>
        </pc:spChg>
        <pc:spChg chg="del mod topLvl">
          <ac:chgData name="" userId="f192238287e27194" providerId="LiveId" clId="{076185F6-03EE-48B3-B51D-12DE4E77E9E3}" dt="2025-10-01T13:20:52.486" v="179"/>
          <ac:spMkLst>
            <pc:docMk/>
            <pc:sldMk cId="403665287" sldId="259"/>
            <ac:spMk id="19" creationId="{5D420A9E-D81D-4031-B159-FF96793A53C6}"/>
          </ac:spMkLst>
        </pc:spChg>
        <pc:spChg chg="add del mod topLvl">
          <ac:chgData name="" userId="f192238287e27194" providerId="LiveId" clId="{076185F6-03EE-48B3-B51D-12DE4E77E9E3}" dt="2025-10-01T13:23:01.370" v="355" actId="478"/>
          <ac:spMkLst>
            <pc:docMk/>
            <pc:sldMk cId="403665287" sldId="259"/>
            <ac:spMk id="20" creationId="{0ED8DF9F-C2E4-4927-9483-E9D5CE0044FE}"/>
          </ac:spMkLst>
        </pc:spChg>
        <pc:spChg chg="add mod">
          <ac:chgData name="" userId="f192238287e27194" providerId="LiveId" clId="{076185F6-03EE-48B3-B51D-12DE4E77E9E3}" dt="2025-10-16T16:19:25.467" v="2930" actId="164"/>
          <ac:spMkLst>
            <pc:docMk/>
            <pc:sldMk cId="403665287" sldId="259"/>
            <ac:spMk id="24" creationId="{CDD0C3CC-BFA3-4161-A1D5-23A60657FD82}"/>
          </ac:spMkLst>
        </pc:spChg>
        <pc:spChg chg="add mod ord">
          <ac:chgData name="" userId="f192238287e27194" providerId="LiveId" clId="{076185F6-03EE-48B3-B51D-12DE4E77E9E3}" dt="2025-10-16T16:19:58.730" v="2941" actId="1076"/>
          <ac:spMkLst>
            <pc:docMk/>
            <pc:sldMk cId="403665287" sldId="259"/>
            <ac:spMk id="25" creationId="{71F4610A-8252-4C07-8144-0568A3B73E14}"/>
          </ac:spMkLst>
        </pc:spChg>
        <pc:spChg chg="add del mod">
          <ac:chgData name="" userId="f192238287e27194" providerId="LiveId" clId="{076185F6-03EE-48B3-B51D-12DE4E77E9E3}" dt="2025-10-01T13:08:03.139" v="10" actId="478"/>
          <ac:spMkLst>
            <pc:docMk/>
            <pc:sldMk cId="403665287" sldId="259"/>
            <ac:spMk id="25" creationId="{CCC1F66D-FFBD-4008-BE9F-4A5D14212E3E}"/>
          </ac:spMkLst>
        </pc:spChg>
        <pc:spChg chg="mod">
          <ac:chgData name="" userId="f192238287e27194" providerId="LiveId" clId="{076185F6-03EE-48B3-B51D-12DE4E77E9E3}" dt="2025-11-11T20:04:23.687" v="7615" actId="14100"/>
          <ac:spMkLst>
            <pc:docMk/>
            <pc:sldMk cId="403665287" sldId="259"/>
            <ac:spMk id="26" creationId="{C830978E-8D0C-446B-84B7-188535F915AF}"/>
          </ac:spMkLst>
        </pc:spChg>
        <pc:spChg chg="add del mod ord">
          <ac:chgData name="" userId="f192238287e27194" providerId="LiveId" clId="{076185F6-03EE-48B3-B51D-12DE4E77E9E3}" dt="2025-10-16T16:19:25.467" v="2930" actId="164"/>
          <ac:spMkLst>
            <pc:docMk/>
            <pc:sldMk cId="403665287" sldId="259"/>
            <ac:spMk id="27" creationId="{841AEA18-1D06-47CA-9FAA-8657FDF87C59}"/>
          </ac:spMkLst>
        </pc:spChg>
        <pc:spChg chg="add del mod ord">
          <ac:chgData name="" userId="f192238287e27194" providerId="LiveId" clId="{076185F6-03EE-48B3-B51D-12DE4E77E9E3}" dt="2025-10-16T16:14:05.813" v="2771" actId="167"/>
          <ac:spMkLst>
            <pc:docMk/>
            <pc:sldMk cId="403665287" sldId="259"/>
            <ac:spMk id="28" creationId="{E9558B96-C9DB-40A1-8627-6FA0F56E7085}"/>
          </ac:spMkLst>
        </pc:spChg>
        <pc:spChg chg="add mod ord">
          <ac:chgData name="" userId="f192238287e27194" providerId="LiveId" clId="{076185F6-03EE-48B3-B51D-12DE4E77E9E3}" dt="2025-10-16T16:19:31.317" v="2932" actId="164"/>
          <ac:spMkLst>
            <pc:docMk/>
            <pc:sldMk cId="403665287" sldId="259"/>
            <ac:spMk id="29" creationId="{6208C4C8-8E6D-4B2B-A6C8-D1CE68C6A95E}"/>
          </ac:spMkLst>
        </pc:spChg>
        <pc:spChg chg="add mod">
          <ac:chgData name="" userId="f192238287e27194" providerId="LiveId" clId="{076185F6-03EE-48B3-B51D-12DE4E77E9E3}" dt="2025-10-16T16:19:31.317" v="2932" actId="164"/>
          <ac:spMkLst>
            <pc:docMk/>
            <pc:sldMk cId="403665287" sldId="259"/>
            <ac:spMk id="30" creationId="{047AE539-F8FC-4CAD-8CB3-7775F5B4B60B}"/>
          </ac:spMkLst>
        </pc:spChg>
        <pc:spChg chg="add mod">
          <ac:chgData name="" userId="f192238287e27194" providerId="LiveId" clId="{076185F6-03EE-48B3-B51D-12DE4E77E9E3}" dt="2025-10-16T16:19:28.216" v="2931" actId="164"/>
          <ac:spMkLst>
            <pc:docMk/>
            <pc:sldMk cId="403665287" sldId="259"/>
            <ac:spMk id="31" creationId="{8D2A32E3-2C74-4013-8759-35A659EC67D2}"/>
          </ac:spMkLst>
        </pc:spChg>
        <pc:spChg chg="mod">
          <ac:chgData name="" userId="f192238287e27194" providerId="LiveId" clId="{076185F6-03EE-48B3-B51D-12DE4E77E9E3}" dt="2025-10-01T13:19:20.292" v="152"/>
          <ac:spMkLst>
            <pc:docMk/>
            <pc:sldMk cId="403665287" sldId="259"/>
            <ac:spMk id="32" creationId="{267BC5AA-F57C-4546-AC48-FAC5C2F62A27}"/>
          </ac:spMkLst>
        </pc:spChg>
        <pc:spChg chg="mod">
          <ac:chgData name="" userId="f192238287e27194" providerId="LiveId" clId="{076185F6-03EE-48B3-B51D-12DE4E77E9E3}" dt="2025-10-01T13:19:20.292" v="152"/>
          <ac:spMkLst>
            <pc:docMk/>
            <pc:sldMk cId="403665287" sldId="259"/>
            <ac:spMk id="33" creationId="{FE507291-5909-4D15-9C76-E52777EA6F33}"/>
          </ac:spMkLst>
        </pc:spChg>
        <pc:spChg chg="mod">
          <ac:chgData name="" userId="f192238287e27194" providerId="LiveId" clId="{076185F6-03EE-48B3-B51D-12DE4E77E9E3}" dt="2025-10-01T13:19:20.292" v="152"/>
          <ac:spMkLst>
            <pc:docMk/>
            <pc:sldMk cId="403665287" sldId="259"/>
            <ac:spMk id="34" creationId="{3E23A627-0147-4362-948E-C143505686C3}"/>
          </ac:spMkLst>
        </pc:spChg>
        <pc:spChg chg="mod">
          <ac:chgData name="" userId="f192238287e27194" providerId="LiveId" clId="{076185F6-03EE-48B3-B51D-12DE4E77E9E3}" dt="2025-10-01T13:19:20.292" v="152"/>
          <ac:spMkLst>
            <pc:docMk/>
            <pc:sldMk cId="403665287" sldId="259"/>
            <ac:spMk id="35" creationId="{484DC98D-18BE-41DB-A0C9-5FAD6AB46746}"/>
          </ac:spMkLst>
        </pc:spChg>
        <pc:spChg chg="mod">
          <ac:chgData name="" userId="f192238287e27194" providerId="LiveId" clId="{076185F6-03EE-48B3-B51D-12DE4E77E9E3}" dt="2025-10-01T13:19:20.292" v="152"/>
          <ac:spMkLst>
            <pc:docMk/>
            <pc:sldMk cId="403665287" sldId="259"/>
            <ac:spMk id="36" creationId="{AD04B884-A9F1-45EF-B99B-8BB83BC7354F}"/>
          </ac:spMkLst>
        </pc:spChg>
        <pc:spChg chg="mod">
          <ac:chgData name="" userId="f192238287e27194" providerId="LiveId" clId="{076185F6-03EE-48B3-B51D-12DE4E77E9E3}" dt="2025-11-11T20:04:17.390" v="7614" actId="1076"/>
          <ac:spMkLst>
            <pc:docMk/>
            <pc:sldMk cId="403665287" sldId="259"/>
            <ac:spMk id="37" creationId="{7A47F9F8-2250-4FC8-80FA-168854300D42}"/>
          </ac:spMkLst>
        </pc:spChg>
        <pc:spChg chg="mod">
          <ac:chgData name="" userId="f192238287e27194" providerId="LiveId" clId="{076185F6-03EE-48B3-B51D-12DE4E77E9E3}" dt="2025-10-01T13:19:20.292" v="152"/>
          <ac:spMkLst>
            <pc:docMk/>
            <pc:sldMk cId="403665287" sldId="259"/>
            <ac:spMk id="38" creationId="{96FBBA35-ECB1-40C8-8D5C-FD9B921C4188}"/>
          </ac:spMkLst>
        </pc:spChg>
        <pc:spChg chg="add del">
          <ac:chgData name="" userId="f192238287e27194" providerId="LiveId" clId="{076185F6-03EE-48B3-B51D-12DE4E77E9E3}" dt="2025-10-01T13:06:52.005" v="2" actId="478"/>
          <ac:spMkLst>
            <pc:docMk/>
            <pc:sldMk cId="403665287" sldId="259"/>
            <ac:spMk id="39" creationId="{C8294A28-C18C-4080-90E6-BE6092CEAF83}"/>
          </ac:spMkLst>
        </pc:spChg>
        <pc:spChg chg="mod">
          <ac:chgData name="" userId="f192238287e27194" providerId="LiveId" clId="{076185F6-03EE-48B3-B51D-12DE4E77E9E3}" dt="2025-10-01T13:19:20.292" v="152"/>
          <ac:spMkLst>
            <pc:docMk/>
            <pc:sldMk cId="403665287" sldId="259"/>
            <ac:spMk id="40" creationId="{69B4F364-FBC1-41EC-B183-2443DB0CD383}"/>
          </ac:spMkLst>
        </pc:spChg>
        <pc:spChg chg="mod">
          <ac:chgData name="" userId="f192238287e27194" providerId="LiveId" clId="{076185F6-03EE-48B3-B51D-12DE4E77E9E3}" dt="2025-10-01T13:19:20.292" v="152"/>
          <ac:spMkLst>
            <pc:docMk/>
            <pc:sldMk cId="403665287" sldId="259"/>
            <ac:spMk id="41" creationId="{72385A30-8F8F-4AC4-99A7-EBED0CC5BA0C}"/>
          </ac:spMkLst>
        </pc:spChg>
        <pc:spChg chg="add del mod">
          <ac:chgData name="" userId="f192238287e27194" providerId="LiveId" clId="{076185F6-03EE-48B3-B51D-12DE4E77E9E3}" dt="2025-10-01T13:20:42.649" v="178"/>
          <ac:spMkLst>
            <pc:docMk/>
            <pc:sldMk cId="403665287" sldId="259"/>
            <ac:spMk id="42" creationId="{E77CC9C8-52BB-402E-8EB8-807FC67E5A26}"/>
          </ac:spMkLst>
        </pc:spChg>
        <pc:spChg chg="mod">
          <ac:chgData name="" userId="f192238287e27194" providerId="LiveId" clId="{076185F6-03EE-48B3-B51D-12DE4E77E9E3}" dt="2025-10-01T13:20:42.649" v="178"/>
          <ac:spMkLst>
            <pc:docMk/>
            <pc:sldMk cId="403665287" sldId="259"/>
            <ac:spMk id="43" creationId="{5C8161D8-1768-47E6-8174-B9422AE8064F}"/>
          </ac:spMkLst>
        </pc:spChg>
        <pc:spChg chg="add del mod">
          <ac:chgData name="" userId="f192238287e27194" providerId="LiveId" clId="{076185F6-03EE-48B3-B51D-12DE4E77E9E3}" dt="2025-10-01T13:20:42.649" v="178"/>
          <ac:spMkLst>
            <pc:docMk/>
            <pc:sldMk cId="403665287" sldId="259"/>
            <ac:spMk id="44" creationId="{15B9AAF7-2590-4A10-93C0-CFA41CEC3AEC}"/>
          </ac:spMkLst>
        </pc:spChg>
        <pc:spChg chg="mod">
          <ac:chgData name="" userId="f192238287e27194" providerId="LiveId" clId="{076185F6-03EE-48B3-B51D-12DE4E77E9E3}" dt="2025-10-01T13:20:42.649" v="178"/>
          <ac:spMkLst>
            <pc:docMk/>
            <pc:sldMk cId="403665287" sldId="259"/>
            <ac:spMk id="45" creationId="{9FA97FE2-D236-4A75-878D-9211AB893571}"/>
          </ac:spMkLst>
        </pc:spChg>
        <pc:spChg chg="mod">
          <ac:chgData name="" userId="f192238287e27194" providerId="LiveId" clId="{076185F6-03EE-48B3-B51D-12DE4E77E9E3}" dt="2025-10-01T13:20:42.649" v="178"/>
          <ac:spMkLst>
            <pc:docMk/>
            <pc:sldMk cId="403665287" sldId="259"/>
            <ac:spMk id="46" creationId="{6FEC26C7-765D-47B4-9748-D960329B991D}"/>
          </ac:spMkLst>
        </pc:spChg>
        <pc:spChg chg="add del mod">
          <ac:chgData name="" userId="f192238287e27194" providerId="LiveId" clId="{076185F6-03EE-48B3-B51D-12DE4E77E9E3}" dt="2025-10-01T13:20:42.649" v="178"/>
          <ac:spMkLst>
            <pc:docMk/>
            <pc:sldMk cId="403665287" sldId="259"/>
            <ac:spMk id="47" creationId="{3CDA09BB-9A36-46B7-8306-A072926F1F6C}"/>
          </ac:spMkLst>
        </pc:spChg>
        <pc:spChg chg="add del mod">
          <ac:chgData name="" userId="f192238287e27194" providerId="LiveId" clId="{076185F6-03EE-48B3-B51D-12DE4E77E9E3}" dt="2025-10-01T13:20:42.649" v="178"/>
          <ac:spMkLst>
            <pc:docMk/>
            <pc:sldMk cId="403665287" sldId="259"/>
            <ac:spMk id="48" creationId="{E25DB402-2A96-4E55-A362-F2642A469032}"/>
          </ac:spMkLst>
        </pc:spChg>
        <pc:spChg chg="add del mod">
          <ac:chgData name="" userId="f192238287e27194" providerId="LiveId" clId="{076185F6-03EE-48B3-B51D-12DE4E77E9E3}" dt="2025-10-01T13:20:42.649" v="178"/>
          <ac:spMkLst>
            <pc:docMk/>
            <pc:sldMk cId="403665287" sldId="259"/>
            <ac:spMk id="49" creationId="{2538E82C-5F5F-4E72-A14B-EF09D077B8EA}"/>
          </ac:spMkLst>
        </pc:spChg>
        <pc:spChg chg="del mod">
          <ac:chgData name="" userId="f192238287e27194" providerId="LiveId" clId="{076185F6-03EE-48B3-B51D-12DE4E77E9E3}" dt="2025-10-16T16:12:10.492" v="2738" actId="478"/>
          <ac:spMkLst>
            <pc:docMk/>
            <pc:sldMk cId="403665287" sldId="259"/>
            <ac:spMk id="50" creationId="{2B030168-CAA3-4E4E-913D-893814A0F97A}"/>
          </ac:spMkLst>
        </pc:spChg>
        <pc:spChg chg="del mod">
          <ac:chgData name="" userId="f192238287e27194" providerId="LiveId" clId="{076185F6-03EE-48B3-B51D-12DE4E77E9E3}" dt="2025-10-16T16:12:10.492" v="2738" actId="478"/>
          <ac:spMkLst>
            <pc:docMk/>
            <pc:sldMk cId="403665287" sldId="259"/>
            <ac:spMk id="51" creationId="{D910A8FE-08AA-4872-94A0-8F95EB5B999E}"/>
          </ac:spMkLst>
        </pc:spChg>
        <pc:spChg chg="del mod">
          <ac:chgData name="" userId="f192238287e27194" providerId="LiveId" clId="{076185F6-03EE-48B3-B51D-12DE4E77E9E3}" dt="2025-10-01T13:20:55.405" v="180" actId="478"/>
          <ac:spMkLst>
            <pc:docMk/>
            <pc:sldMk cId="403665287" sldId="259"/>
            <ac:spMk id="52" creationId="{0139199B-6383-4E8E-AFEA-F6E25C4D712F}"/>
          </ac:spMkLst>
        </pc:spChg>
        <pc:spChg chg="del mod">
          <ac:chgData name="" userId="f192238287e27194" providerId="LiveId" clId="{076185F6-03EE-48B3-B51D-12DE4E77E9E3}" dt="2025-10-16T16:12:10.492" v="2738" actId="478"/>
          <ac:spMkLst>
            <pc:docMk/>
            <pc:sldMk cId="403665287" sldId="259"/>
            <ac:spMk id="53" creationId="{1AA29CF8-4E23-42FE-8B91-594FD9DB61BC}"/>
          </ac:spMkLst>
        </pc:spChg>
        <pc:spChg chg="del mod">
          <ac:chgData name="" userId="f192238287e27194" providerId="LiveId" clId="{076185F6-03EE-48B3-B51D-12DE4E77E9E3}" dt="2025-10-16T16:19:15.732" v="2928" actId="478"/>
          <ac:spMkLst>
            <pc:docMk/>
            <pc:sldMk cId="403665287" sldId="259"/>
            <ac:spMk id="54" creationId="{2B0A0307-7166-4C9B-B7F8-B44286B0C456}"/>
          </ac:spMkLst>
        </pc:spChg>
        <pc:spChg chg="del mod">
          <ac:chgData name="" userId="f192238287e27194" providerId="LiveId" clId="{076185F6-03EE-48B3-B51D-12DE4E77E9E3}" dt="2025-10-01T13:21:12.892" v="185" actId="478"/>
          <ac:spMkLst>
            <pc:docMk/>
            <pc:sldMk cId="403665287" sldId="259"/>
            <ac:spMk id="55" creationId="{523B2C9B-5CCB-4F5F-9765-F86960954839}"/>
          </ac:spMkLst>
        </pc:spChg>
        <pc:spChg chg="del mod">
          <ac:chgData name="" userId="f192238287e27194" providerId="LiveId" clId="{076185F6-03EE-48B3-B51D-12DE4E77E9E3}" dt="2025-10-01T13:20:59.292" v="183" actId="478"/>
          <ac:spMkLst>
            <pc:docMk/>
            <pc:sldMk cId="403665287" sldId="259"/>
            <ac:spMk id="56" creationId="{6796B143-32DF-4D91-AAE0-B1150F5B1C30}"/>
          </ac:spMkLst>
        </pc:spChg>
        <pc:spChg chg="del mod">
          <ac:chgData name="" userId="f192238287e27194" providerId="LiveId" clId="{076185F6-03EE-48B3-B51D-12DE4E77E9E3}" dt="2025-10-01T13:21:14.786" v="186" actId="478"/>
          <ac:spMkLst>
            <pc:docMk/>
            <pc:sldMk cId="403665287" sldId="259"/>
            <ac:spMk id="57" creationId="{0BE433EB-D844-4214-A56C-FC4F047AEF49}"/>
          </ac:spMkLst>
        </pc:spChg>
        <pc:spChg chg="del mod">
          <ac:chgData name="" userId="f192238287e27194" providerId="LiveId" clId="{076185F6-03EE-48B3-B51D-12DE4E77E9E3}" dt="2025-10-01T13:21:22.748" v="189" actId="478"/>
          <ac:spMkLst>
            <pc:docMk/>
            <pc:sldMk cId="403665287" sldId="259"/>
            <ac:spMk id="58" creationId="{EBD4A501-37BF-4035-81FB-23DD152AA3F2}"/>
          </ac:spMkLst>
        </pc:spChg>
        <pc:grpChg chg="add del mod">
          <ac:chgData name="" userId="f192238287e27194" providerId="LiveId" clId="{076185F6-03EE-48B3-B51D-12DE4E77E9E3}" dt="2025-10-01T13:18:16.534" v="139" actId="165"/>
          <ac:grpSpMkLst>
            <pc:docMk/>
            <pc:sldMk cId="403665287" sldId="259"/>
            <ac:grpSpMk id="7" creationId="{C0CE5464-6DDE-41FB-8027-8A9A49AD753A}"/>
          </ac:grpSpMkLst>
        </pc:grpChg>
        <pc:grpChg chg="add mod">
          <ac:chgData name="" userId="f192238287e27194" providerId="LiveId" clId="{076185F6-03EE-48B3-B51D-12DE4E77E9E3}" dt="2025-10-16T16:19:35.404" v="2933" actId="164"/>
          <ac:grpSpMkLst>
            <pc:docMk/>
            <pc:sldMk cId="403665287" sldId="259"/>
            <ac:grpSpMk id="12" creationId="{C81C701B-1106-440D-833F-18F47F6E29DD}"/>
          </ac:grpSpMkLst>
        </pc:grpChg>
        <pc:grpChg chg="add mod">
          <ac:chgData name="" userId="f192238287e27194" providerId="LiveId" clId="{076185F6-03EE-48B3-B51D-12DE4E77E9E3}" dt="2025-10-16T16:19:35.404" v="2933" actId="164"/>
          <ac:grpSpMkLst>
            <pc:docMk/>
            <pc:sldMk cId="403665287" sldId="259"/>
            <ac:grpSpMk id="13" creationId="{DA5DB6E0-7580-4FCD-90B3-47EAAF75BCDD}"/>
          </ac:grpSpMkLst>
        </pc:grpChg>
        <pc:grpChg chg="add mod">
          <ac:chgData name="" userId="f192238287e27194" providerId="LiveId" clId="{076185F6-03EE-48B3-B51D-12DE4E77E9E3}" dt="2025-10-16T16:19:35.404" v="2933" actId="164"/>
          <ac:grpSpMkLst>
            <pc:docMk/>
            <pc:sldMk cId="403665287" sldId="259"/>
            <ac:grpSpMk id="15" creationId="{E6207F14-5FB4-4E91-9DE5-CE4FEBDEAEDC}"/>
          </ac:grpSpMkLst>
        </pc:grpChg>
        <pc:grpChg chg="add mod">
          <ac:chgData name="" userId="f192238287e27194" providerId="LiveId" clId="{076185F6-03EE-48B3-B51D-12DE4E77E9E3}" dt="2025-10-16T16:19:35.404" v="2933" actId="164"/>
          <ac:grpSpMkLst>
            <pc:docMk/>
            <pc:sldMk cId="403665287" sldId="259"/>
            <ac:grpSpMk id="17" creationId="{BB78BFF6-2C73-431C-9A32-DC8385AAAED0}"/>
          </ac:grpSpMkLst>
        </pc:grpChg>
        <pc:grpChg chg="add mod">
          <ac:chgData name="" userId="f192238287e27194" providerId="LiveId" clId="{076185F6-03EE-48B3-B51D-12DE4E77E9E3}" dt="2025-10-16T16:26:23.029" v="3562" actId="1076"/>
          <ac:grpSpMkLst>
            <pc:docMk/>
            <pc:sldMk cId="403665287" sldId="259"/>
            <ac:grpSpMk id="19" creationId="{4F3B3A1A-E744-43B1-8E84-65737DD09F8C}"/>
          </ac:grpSpMkLst>
        </pc:grpChg>
        <pc:grpChg chg="del mod topLvl">
          <ac:chgData name="" userId="f192238287e27194" providerId="LiveId" clId="{076185F6-03EE-48B3-B51D-12DE4E77E9E3}" dt="2025-10-01T13:18:39.986" v="143" actId="165"/>
          <ac:grpSpMkLst>
            <pc:docMk/>
            <pc:sldMk cId="403665287" sldId="259"/>
            <ac:grpSpMk id="21" creationId="{D26AC2E4-4E7A-495C-AD96-EDB446DB86F3}"/>
          </ac:grpSpMkLst>
        </pc:grpChg>
        <pc:grpChg chg="del">
          <ac:chgData name="" userId="f192238287e27194" providerId="LiveId" clId="{076185F6-03EE-48B3-B51D-12DE4E77E9E3}" dt="2025-10-01T13:18:21.633" v="140" actId="165"/>
          <ac:grpSpMkLst>
            <pc:docMk/>
            <pc:sldMk cId="403665287" sldId="259"/>
            <ac:grpSpMk id="22" creationId="{0084B921-5CA0-4386-9902-DE28945669C5}"/>
          </ac:grpSpMkLst>
        </pc:grpChg>
        <pc:grpChg chg="del">
          <ac:chgData name="" userId="f192238287e27194" providerId="LiveId" clId="{076185F6-03EE-48B3-B51D-12DE4E77E9E3}" dt="2025-10-01T13:18:27.951" v="141" actId="165"/>
          <ac:grpSpMkLst>
            <pc:docMk/>
            <pc:sldMk cId="403665287" sldId="259"/>
            <ac:grpSpMk id="23" creationId="{62B4BDAC-19BD-4A46-8B7B-DBF2918366D9}"/>
          </ac:grpSpMkLst>
        </pc:grpChg>
        <pc:grpChg chg="del">
          <ac:chgData name="" userId="f192238287e27194" providerId="LiveId" clId="{076185F6-03EE-48B3-B51D-12DE4E77E9E3}" dt="2025-10-01T13:18:33.443" v="142" actId="165"/>
          <ac:grpSpMkLst>
            <pc:docMk/>
            <pc:sldMk cId="403665287" sldId="259"/>
            <ac:grpSpMk id="24" creationId="{2E126F81-66DF-49D3-8988-9D9ABBA48D4D}"/>
          </ac:grpSpMkLst>
        </pc:grpChg>
      </pc:sldChg>
      <pc:sldChg chg="addSp delSp modSp add modTransition">
        <pc:chgData name="" userId="f192238287e27194" providerId="LiveId" clId="{076185F6-03EE-48B3-B51D-12DE4E77E9E3}" dt="2025-11-12T13:39:20.892" v="7900" actId="1036"/>
        <pc:sldMkLst>
          <pc:docMk/>
          <pc:sldMk cId="4209285786" sldId="260"/>
        </pc:sldMkLst>
        <pc:spChg chg="mod">
          <ac:chgData name="" userId="f192238287e27194" providerId="LiveId" clId="{076185F6-03EE-48B3-B51D-12DE4E77E9E3}" dt="2025-11-12T13:23:43.774" v="7748" actId="1076"/>
          <ac:spMkLst>
            <pc:docMk/>
            <pc:sldMk cId="4209285786" sldId="260"/>
            <ac:spMk id="2" creationId="{05E67359-D04F-4E95-9E3B-46A7E0D73251}"/>
          </ac:spMkLst>
        </pc:spChg>
        <pc:spChg chg="del mod">
          <ac:chgData name="" userId="f192238287e27194" providerId="LiveId" clId="{076185F6-03EE-48B3-B51D-12DE4E77E9E3}" dt="2025-10-01T13:13:05.154" v="95" actId="478"/>
          <ac:spMkLst>
            <pc:docMk/>
            <pc:sldMk cId="4209285786" sldId="260"/>
            <ac:spMk id="3" creationId="{8E8FDAA4-ADD6-4C86-A52F-01E467201888}"/>
          </ac:spMkLst>
        </pc:spChg>
        <pc:spChg chg="add del mod">
          <ac:chgData name="" userId="f192238287e27194" providerId="LiveId" clId="{076185F6-03EE-48B3-B51D-12DE4E77E9E3}" dt="2025-11-12T13:39:20.892" v="7900" actId="1036"/>
          <ac:spMkLst>
            <pc:docMk/>
            <pc:sldMk cId="4209285786" sldId="260"/>
            <ac:spMk id="4" creationId="{D74462C0-50C9-46EB-B532-2ADE9DC0DB80}"/>
          </ac:spMkLst>
        </pc:spChg>
        <pc:spChg chg="mod">
          <ac:chgData name="" userId="f192238287e27194" providerId="LiveId" clId="{076185F6-03EE-48B3-B51D-12DE4E77E9E3}" dt="2025-11-09T16:49:58.479" v="3928" actId="403"/>
          <ac:spMkLst>
            <pc:docMk/>
            <pc:sldMk cId="4209285786" sldId="260"/>
            <ac:spMk id="5" creationId="{1EB38A71-6C63-4589-B29C-2FE56209BD54}"/>
          </ac:spMkLst>
        </pc:spChg>
        <pc:spChg chg="del">
          <ac:chgData name="" userId="f192238287e27194" providerId="LiveId" clId="{076185F6-03EE-48B3-B51D-12DE4E77E9E3}" dt="2025-10-01T13:13:15.603" v="101" actId="478"/>
          <ac:spMkLst>
            <pc:docMk/>
            <pc:sldMk cId="4209285786" sldId="260"/>
            <ac:spMk id="6" creationId="{9E376273-6218-482C-86DA-94946C9B71F3}"/>
          </ac:spMkLst>
        </pc:spChg>
        <pc:spChg chg="add mod">
          <ac:chgData name="" userId="f192238287e27194" providerId="LiveId" clId="{076185F6-03EE-48B3-B51D-12DE4E77E9E3}" dt="2025-11-09T16:49:58.479" v="3928" actId="403"/>
          <ac:spMkLst>
            <pc:docMk/>
            <pc:sldMk cId="4209285786" sldId="260"/>
            <ac:spMk id="7" creationId="{C73D4613-714A-4C40-8214-E510A91E5506}"/>
          </ac:spMkLst>
        </pc:spChg>
        <pc:spChg chg="del">
          <ac:chgData name="" userId="f192238287e27194" providerId="LiveId" clId="{076185F6-03EE-48B3-B51D-12DE4E77E9E3}" dt="2025-10-01T13:13:02.815" v="94" actId="478"/>
          <ac:spMkLst>
            <pc:docMk/>
            <pc:sldMk cId="4209285786" sldId="260"/>
            <ac:spMk id="8" creationId="{72E81FE5-3C65-4C85-B19D-BC14200BD07A}"/>
          </ac:spMkLst>
        </pc:spChg>
        <pc:spChg chg="mod">
          <ac:chgData name="" userId="f192238287e27194" providerId="LiveId" clId="{076185F6-03EE-48B3-B51D-12DE4E77E9E3}" dt="2025-11-09T16:49:58.479" v="3928" actId="403"/>
          <ac:spMkLst>
            <pc:docMk/>
            <pc:sldMk cId="4209285786" sldId="260"/>
            <ac:spMk id="9" creationId="{D2F77DD8-C456-481B-8B5A-4BA38D1AD51C}"/>
          </ac:spMkLst>
        </pc:spChg>
        <pc:spChg chg="mod">
          <ac:chgData name="" userId="f192238287e27194" providerId="LiveId" clId="{076185F6-03EE-48B3-B51D-12DE4E77E9E3}" dt="2025-11-10T14:15:32.359" v="6699" actId="1076"/>
          <ac:spMkLst>
            <pc:docMk/>
            <pc:sldMk cId="4209285786" sldId="260"/>
            <ac:spMk id="10" creationId="{0025D7EF-BFA9-4BBE-A09E-289FDD2B17FA}"/>
          </ac:spMkLst>
        </pc:spChg>
        <pc:spChg chg="mod">
          <ac:chgData name="" userId="f192238287e27194" providerId="LiveId" clId="{076185F6-03EE-48B3-B51D-12DE4E77E9E3}" dt="2025-11-09T16:49:58.479" v="3928" actId="403"/>
          <ac:spMkLst>
            <pc:docMk/>
            <pc:sldMk cId="4209285786" sldId="260"/>
            <ac:spMk id="11" creationId="{6F8A96DE-E2E5-4FEB-AEC5-67C3536C3872}"/>
          </ac:spMkLst>
        </pc:spChg>
        <pc:spChg chg="del">
          <ac:chgData name="" userId="f192238287e27194" providerId="LiveId" clId="{076185F6-03EE-48B3-B51D-12DE4E77E9E3}" dt="2025-10-01T13:13:05.154" v="95" actId="478"/>
          <ac:spMkLst>
            <pc:docMk/>
            <pc:sldMk cId="4209285786" sldId="260"/>
            <ac:spMk id="26" creationId="{C830978E-8D0C-446B-84B7-188535F915AF}"/>
          </ac:spMkLst>
        </pc:spChg>
        <pc:spChg chg="del">
          <ac:chgData name="" userId="f192238287e27194" providerId="LiveId" clId="{076185F6-03EE-48B3-B51D-12DE4E77E9E3}" dt="2025-10-01T13:13:16.568" v="102" actId="478"/>
          <ac:spMkLst>
            <pc:docMk/>
            <pc:sldMk cId="4209285786" sldId="260"/>
            <ac:spMk id="27" creationId="{841AEA18-1D06-47CA-9FAA-8657FDF87C59}"/>
          </ac:spMkLst>
        </pc:spChg>
        <pc:spChg chg="del mod">
          <ac:chgData name="" userId="f192238287e27194" providerId="LiveId" clId="{076185F6-03EE-48B3-B51D-12DE4E77E9E3}" dt="2025-10-01T13:13:08.143" v="97" actId="478"/>
          <ac:spMkLst>
            <pc:docMk/>
            <pc:sldMk cId="4209285786" sldId="260"/>
            <ac:spMk id="28" creationId="{E9558B96-C9DB-40A1-8627-6FA0F56E7085}"/>
          </ac:spMkLst>
        </pc:spChg>
        <pc:spChg chg="del">
          <ac:chgData name="" userId="f192238287e27194" providerId="LiveId" clId="{076185F6-03EE-48B3-B51D-12DE4E77E9E3}" dt="2025-10-01T13:13:14.072" v="100" actId="478"/>
          <ac:spMkLst>
            <pc:docMk/>
            <pc:sldMk cId="4209285786" sldId="260"/>
            <ac:spMk id="29" creationId="{6208C4C8-8E6D-4B2B-A6C8-D1CE68C6A95E}"/>
          </ac:spMkLst>
        </pc:spChg>
        <pc:spChg chg="add mod">
          <ac:chgData name="" userId="f192238287e27194" providerId="LiveId" clId="{076185F6-03EE-48B3-B51D-12DE4E77E9E3}" dt="2025-11-10T13:56:23.506" v="6112" actId="1076"/>
          <ac:spMkLst>
            <pc:docMk/>
            <pc:sldMk cId="4209285786" sldId="260"/>
            <ac:spMk id="30" creationId="{02BC9986-AF5B-4A99-9626-B3A5F9207F70}"/>
          </ac:spMkLst>
        </pc:spChg>
        <pc:spChg chg="add mod">
          <ac:chgData name="" userId="f192238287e27194" providerId="LiveId" clId="{076185F6-03EE-48B3-B51D-12DE4E77E9E3}" dt="2025-11-11T20:10:22.830" v="7729" actId="1076"/>
          <ac:spMkLst>
            <pc:docMk/>
            <pc:sldMk cId="4209285786" sldId="260"/>
            <ac:spMk id="34" creationId="{8D3F6E1B-ECCC-4092-860B-47B14D3CB793}"/>
          </ac:spMkLst>
        </pc:spChg>
        <pc:spChg chg="del">
          <ac:chgData name="" userId="f192238287e27194" providerId="LiveId" clId="{076185F6-03EE-48B3-B51D-12DE4E77E9E3}" dt="2025-10-01T13:12:58.815" v="92" actId="478"/>
          <ac:spMkLst>
            <pc:docMk/>
            <pc:sldMk cId="4209285786" sldId="260"/>
            <ac:spMk id="37" creationId="{7A47F9F8-2250-4FC8-80FA-168854300D42}"/>
          </ac:spMkLst>
        </pc:spChg>
        <pc:spChg chg="add mod">
          <ac:chgData name="" userId="f192238287e27194" providerId="LiveId" clId="{076185F6-03EE-48B3-B51D-12DE4E77E9E3}" dt="2025-11-09T17:05:04.332" v="3939" actId="1076"/>
          <ac:spMkLst>
            <pc:docMk/>
            <pc:sldMk cId="4209285786" sldId="260"/>
            <ac:spMk id="38" creationId="{88C7ACEF-F635-4164-8AE6-94607252C353}"/>
          </ac:spMkLst>
        </pc:spChg>
        <pc:spChg chg="add mod">
          <ac:chgData name="" userId="f192238287e27194" providerId="LiveId" clId="{076185F6-03EE-48B3-B51D-12DE4E77E9E3}" dt="2025-11-12T13:27:17.889" v="7785" actId="1076"/>
          <ac:spMkLst>
            <pc:docMk/>
            <pc:sldMk cId="4209285786" sldId="260"/>
            <ac:spMk id="42" creationId="{A7F44BBF-497D-4689-AF3B-4417D41C3CEA}"/>
          </ac:spMkLst>
        </pc:spChg>
        <pc:spChg chg="add mod">
          <ac:chgData name="" userId="f192238287e27194" providerId="LiveId" clId="{076185F6-03EE-48B3-B51D-12DE4E77E9E3}" dt="2025-11-10T13:53:54.255" v="6109" actId="1076"/>
          <ac:spMkLst>
            <pc:docMk/>
            <pc:sldMk cId="4209285786" sldId="260"/>
            <ac:spMk id="43" creationId="{E096F7EF-0D25-4EC3-8511-96819B58B117}"/>
          </ac:spMkLst>
        </pc:spChg>
        <pc:spChg chg="add del mod">
          <ac:chgData name="" userId="f192238287e27194" providerId="LiveId" clId="{076185F6-03EE-48B3-B51D-12DE4E77E9E3}" dt="2025-10-01T14:10:29.926" v="1203"/>
          <ac:spMkLst>
            <pc:docMk/>
            <pc:sldMk cId="4209285786" sldId="260"/>
            <ac:spMk id="54" creationId="{6DD363D2-AA01-4E06-9FCF-5DA1B5076F02}"/>
          </ac:spMkLst>
        </pc:spChg>
        <pc:spChg chg="mod">
          <ac:chgData name="" userId="f192238287e27194" providerId="LiveId" clId="{076185F6-03EE-48B3-B51D-12DE4E77E9E3}" dt="2025-10-01T14:09:04.994" v="1175" actId="1076"/>
          <ac:spMkLst>
            <pc:docMk/>
            <pc:sldMk cId="4209285786" sldId="260"/>
            <ac:spMk id="57" creationId="{4642CCE1-42AA-4B5D-A7A4-A6AD9BC5A29D}"/>
          </ac:spMkLst>
        </pc:spChg>
        <pc:spChg chg="mod topLvl">
          <ac:chgData name="" userId="f192238287e27194" providerId="LiveId" clId="{076185F6-03EE-48B3-B51D-12DE4E77E9E3}" dt="2025-10-01T14:08:32.945" v="1165" actId="164"/>
          <ac:spMkLst>
            <pc:docMk/>
            <pc:sldMk cId="4209285786" sldId="260"/>
            <ac:spMk id="60" creationId="{D1FE9F9A-486C-4FA8-99ED-42E8DC6B4E10}"/>
          </ac:spMkLst>
        </pc:spChg>
        <pc:spChg chg="add mod topLvl">
          <ac:chgData name="" userId="f192238287e27194" providerId="LiveId" clId="{076185F6-03EE-48B3-B51D-12DE4E77E9E3}" dt="2025-10-01T14:08:34.592" v="1166" actId="164"/>
          <ac:spMkLst>
            <pc:docMk/>
            <pc:sldMk cId="4209285786" sldId="260"/>
            <ac:spMk id="67" creationId="{38FA0ED5-3C85-40F9-B375-5C0B83FC6E17}"/>
          </ac:spMkLst>
        </pc:spChg>
        <pc:spChg chg="add mod">
          <ac:chgData name="" userId="f192238287e27194" providerId="LiveId" clId="{076185F6-03EE-48B3-B51D-12DE4E77E9E3}" dt="2025-10-01T14:08:36.316" v="1167" actId="164"/>
          <ac:spMkLst>
            <pc:docMk/>
            <pc:sldMk cId="4209285786" sldId="260"/>
            <ac:spMk id="68" creationId="{EA66595F-BAFB-45D5-8D48-A8FFE9CBE6DA}"/>
          </ac:spMkLst>
        </pc:spChg>
        <pc:spChg chg="add mod">
          <ac:chgData name="" userId="f192238287e27194" providerId="LiveId" clId="{076185F6-03EE-48B3-B51D-12DE4E77E9E3}" dt="2025-10-01T14:08:37.702" v="1168" actId="164"/>
          <ac:spMkLst>
            <pc:docMk/>
            <pc:sldMk cId="4209285786" sldId="260"/>
            <ac:spMk id="69" creationId="{4FC0371A-2C48-4934-89D1-48CE926E285B}"/>
          </ac:spMkLst>
        </pc:spChg>
        <pc:spChg chg="add mod">
          <ac:chgData name="" userId="f192238287e27194" providerId="LiveId" clId="{076185F6-03EE-48B3-B51D-12DE4E77E9E3}" dt="2025-11-09T16:49:58.479" v="3928" actId="403"/>
          <ac:spMkLst>
            <pc:docMk/>
            <pc:sldMk cId="4209285786" sldId="260"/>
            <ac:spMk id="78" creationId="{F65ACFC9-FDAA-41E0-B23C-E5DD4D24DD61}"/>
          </ac:spMkLst>
        </pc:spChg>
        <pc:grpChg chg="del">
          <ac:chgData name="" userId="f192238287e27194" providerId="LiveId" clId="{076185F6-03EE-48B3-B51D-12DE4E77E9E3}" dt="2025-10-01T13:12:58.815" v="92" actId="478"/>
          <ac:grpSpMkLst>
            <pc:docMk/>
            <pc:sldMk cId="4209285786" sldId="260"/>
            <ac:grpSpMk id="21" creationId="{D26AC2E4-4E7A-495C-AD96-EDB446DB86F3}"/>
          </ac:grpSpMkLst>
        </pc:grpChg>
        <pc:grpChg chg="del">
          <ac:chgData name="" userId="f192238287e27194" providerId="LiveId" clId="{076185F6-03EE-48B3-B51D-12DE4E77E9E3}" dt="2025-10-01T13:12:58.815" v="92" actId="478"/>
          <ac:grpSpMkLst>
            <pc:docMk/>
            <pc:sldMk cId="4209285786" sldId="260"/>
            <ac:grpSpMk id="22" creationId="{0084B921-5CA0-4386-9902-DE28945669C5}"/>
          </ac:grpSpMkLst>
        </pc:grpChg>
        <pc:grpChg chg="del">
          <ac:chgData name="" userId="f192238287e27194" providerId="LiveId" clId="{076185F6-03EE-48B3-B51D-12DE4E77E9E3}" dt="2025-10-01T13:12:58.815" v="92" actId="478"/>
          <ac:grpSpMkLst>
            <pc:docMk/>
            <pc:sldMk cId="4209285786" sldId="260"/>
            <ac:grpSpMk id="23" creationId="{62B4BDAC-19BD-4A46-8B7B-DBF2918366D9}"/>
          </ac:grpSpMkLst>
        </pc:grpChg>
        <pc:grpChg chg="del">
          <ac:chgData name="" userId="f192238287e27194" providerId="LiveId" clId="{076185F6-03EE-48B3-B51D-12DE4E77E9E3}" dt="2025-10-01T13:13:05.154" v="95" actId="478"/>
          <ac:grpSpMkLst>
            <pc:docMk/>
            <pc:sldMk cId="4209285786" sldId="260"/>
            <ac:grpSpMk id="24" creationId="{2E126F81-66DF-49D3-8988-9D9ABBA48D4D}"/>
          </ac:grpSpMkLst>
        </pc:grpChg>
        <pc:grpChg chg="add mod">
          <ac:chgData name="" userId="f192238287e27194" providerId="LiveId" clId="{076185F6-03EE-48B3-B51D-12DE4E77E9E3}" dt="2025-11-10T13:53:34.671" v="6106" actId="1076"/>
          <ac:grpSpMkLst>
            <pc:docMk/>
            <pc:sldMk cId="4209285786" sldId="260"/>
            <ac:grpSpMk id="44" creationId="{1D7E9EDC-7D80-4360-BED0-34A29E2E3558}"/>
          </ac:grpSpMkLst>
        </pc:grpChg>
        <pc:grpChg chg="add mod">
          <ac:chgData name="" userId="f192238287e27194" providerId="LiveId" clId="{076185F6-03EE-48B3-B51D-12DE4E77E9E3}" dt="2025-10-01T14:11:33.456" v="1226" actId="1076"/>
          <ac:grpSpMkLst>
            <pc:docMk/>
            <pc:sldMk cId="4209285786" sldId="260"/>
            <ac:grpSpMk id="45" creationId="{A6D84526-22E6-4358-9D70-3FABC839D6B9}"/>
          </ac:grpSpMkLst>
        </pc:grpChg>
        <pc:grpChg chg="add mod">
          <ac:chgData name="" userId="f192238287e27194" providerId="LiveId" clId="{076185F6-03EE-48B3-B51D-12DE4E77E9E3}" dt="2025-10-01T14:11:33.456" v="1226" actId="1076"/>
          <ac:grpSpMkLst>
            <pc:docMk/>
            <pc:sldMk cId="4209285786" sldId="260"/>
            <ac:grpSpMk id="46" creationId="{72A15EB0-9DAC-42CC-AE34-0CBEE37B4E61}"/>
          </ac:grpSpMkLst>
        </pc:grpChg>
        <pc:grpChg chg="add mod">
          <ac:chgData name="" userId="f192238287e27194" providerId="LiveId" clId="{076185F6-03EE-48B3-B51D-12DE4E77E9E3}" dt="2025-10-01T14:11:33.456" v="1226" actId="1076"/>
          <ac:grpSpMkLst>
            <pc:docMk/>
            <pc:sldMk cId="4209285786" sldId="260"/>
            <ac:grpSpMk id="47" creationId="{928AC3E5-E42D-4541-8D2C-B341172CD501}"/>
          </ac:grpSpMkLst>
        </pc:grpChg>
        <pc:grpChg chg="add mod">
          <ac:chgData name="" userId="f192238287e27194" providerId="LiveId" clId="{076185F6-03EE-48B3-B51D-12DE4E77E9E3}" dt="2025-10-01T14:11:33.456" v="1226" actId="1076"/>
          <ac:grpSpMkLst>
            <pc:docMk/>
            <pc:sldMk cId="4209285786" sldId="260"/>
            <ac:grpSpMk id="48" creationId="{EED79DBD-8701-42F5-8060-1F73D1474B97}"/>
          </ac:grpSpMkLst>
        </pc:grpChg>
        <pc:grpChg chg="add del mod">
          <ac:chgData name="" userId="f192238287e27194" providerId="LiveId" clId="{076185F6-03EE-48B3-B51D-12DE4E77E9E3}" dt="2025-10-01T14:10:29.926" v="1203"/>
          <ac:grpSpMkLst>
            <pc:docMk/>
            <pc:sldMk cId="4209285786" sldId="260"/>
            <ac:grpSpMk id="55" creationId="{7389BFEF-8129-4684-9C11-3945FB2BC9E6}"/>
          </ac:grpSpMkLst>
        </pc:grpChg>
        <pc:grpChg chg="add del mod">
          <ac:chgData name="" userId="f192238287e27194" providerId="LiveId" clId="{076185F6-03EE-48B3-B51D-12DE4E77E9E3}" dt="2025-10-01T14:04:04.855" v="1010" actId="165"/>
          <ac:grpSpMkLst>
            <pc:docMk/>
            <pc:sldMk cId="4209285786" sldId="260"/>
            <ac:grpSpMk id="58" creationId="{E8FF390B-8E59-4DCA-8C63-5CABA070E54B}"/>
          </ac:grpSpMkLst>
        </pc:grpChg>
        <pc:grpChg chg="add del mod">
          <ac:chgData name="" userId="f192238287e27194" providerId="LiveId" clId="{076185F6-03EE-48B3-B51D-12DE4E77E9E3}" dt="2025-10-01T14:10:29.926" v="1203"/>
          <ac:grpSpMkLst>
            <pc:docMk/>
            <pc:sldMk cId="4209285786" sldId="260"/>
            <ac:grpSpMk id="74" creationId="{493F26A2-163D-43B5-8CA1-74FC3D98D0F7}"/>
          </ac:grpSpMkLst>
        </pc:grpChg>
        <pc:grpChg chg="add del mod">
          <ac:chgData name="" userId="f192238287e27194" providerId="LiveId" clId="{076185F6-03EE-48B3-B51D-12DE4E77E9E3}" dt="2025-10-01T14:10:29.926" v="1203"/>
          <ac:grpSpMkLst>
            <pc:docMk/>
            <pc:sldMk cId="4209285786" sldId="260"/>
            <ac:grpSpMk id="75" creationId="{0E4B9D29-B774-4E43-A7F9-4D10D6BC6878}"/>
          </ac:grpSpMkLst>
        </pc:grpChg>
        <pc:grpChg chg="add del mod">
          <ac:chgData name="" userId="f192238287e27194" providerId="LiveId" clId="{076185F6-03EE-48B3-B51D-12DE4E77E9E3}" dt="2025-10-01T14:10:29.926" v="1203"/>
          <ac:grpSpMkLst>
            <pc:docMk/>
            <pc:sldMk cId="4209285786" sldId="260"/>
            <ac:grpSpMk id="76" creationId="{27C97869-82BF-4776-B9F4-7EA3A9464EEC}"/>
          </ac:grpSpMkLst>
        </pc:grpChg>
        <pc:grpChg chg="add del mod">
          <ac:chgData name="" userId="f192238287e27194" providerId="LiveId" clId="{076185F6-03EE-48B3-B51D-12DE4E77E9E3}" dt="2025-10-01T14:10:29.926" v="1203"/>
          <ac:grpSpMkLst>
            <pc:docMk/>
            <pc:sldMk cId="4209285786" sldId="260"/>
            <ac:grpSpMk id="77" creationId="{80A99E97-2B8C-496F-ACF8-0B84A1027BD0}"/>
          </ac:grpSpMkLst>
        </pc:grpChg>
        <pc:picChg chg="add mod">
          <ac:chgData name="" userId="f192238287e27194" providerId="LiveId" clId="{076185F6-03EE-48B3-B51D-12DE4E77E9E3}" dt="2025-10-01T13:54:51.529" v="811" actId="164"/>
          <ac:picMkLst>
            <pc:docMk/>
            <pc:sldMk cId="4209285786" sldId="260"/>
            <ac:picMk id="25" creationId="{38170A26-8440-4CA1-A2B9-C9E2ACAC7DA3}"/>
          </ac:picMkLst>
        </pc:picChg>
        <pc:picChg chg="add mod">
          <ac:chgData name="" userId="f192238287e27194" providerId="LiveId" clId="{076185F6-03EE-48B3-B51D-12DE4E77E9E3}" dt="2025-10-01T13:54:53.275" v="812" actId="164"/>
          <ac:picMkLst>
            <pc:docMk/>
            <pc:sldMk cId="4209285786" sldId="260"/>
            <ac:picMk id="32" creationId="{58447935-FE89-4D95-A0AE-30CC6C322F58}"/>
          </ac:picMkLst>
        </pc:picChg>
        <pc:picChg chg="add mod">
          <ac:chgData name="" userId="f192238287e27194" providerId="LiveId" clId="{076185F6-03EE-48B3-B51D-12DE4E77E9E3}" dt="2025-10-01T13:54:55.277" v="813" actId="164"/>
          <ac:picMkLst>
            <pc:docMk/>
            <pc:sldMk cId="4209285786" sldId="260"/>
            <ac:picMk id="35" creationId="{E7A9AA1B-F4AB-4989-9C73-54B05546C8D2}"/>
          </ac:picMkLst>
        </pc:picChg>
        <pc:picChg chg="add mod">
          <ac:chgData name="" userId="f192238287e27194" providerId="LiveId" clId="{076185F6-03EE-48B3-B51D-12DE4E77E9E3}" dt="2025-10-01T13:54:56.885" v="814" actId="164"/>
          <ac:picMkLst>
            <pc:docMk/>
            <pc:sldMk cId="4209285786" sldId="260"/>
            <ac:picMk id="39" creationId="{13920F7A-F761-4DC5-8E59-80A048DD8C2C}"/>
          </ac:picMkLst>
        </pc:picChg>
        <pc:picChg chg="add mod">
          <ac:chgData name="" userId="f192238287e27194" providerId="LiveId" clId="{076185F6-03EE-48B3-B51D-12DE4E77E9E3}" dt="2025-10-01T13:55:00.730" v="815" actId="164"/>
          <ac:picMkLst>
            <pc:docMk/>
            <pc:sldMk cId="4209285786" sldId="260"/>
            <ac:picMk id="41" creationId="{F4C2F73F-F048-4ED6-870F-EA572A637A39}"/>
          </ac:picMkLst>
        </pc:picChg>
        <pc:picChg chg="mod">
          <ac:chgData name="" userId="f192238287e27194" providerId="LiveId" clId="{076185F6-03EE-48B3-B51D-12DE4E77E9E3}" dt="2025-10-01T14:00:00.540" v="937" actId="1076"/>
          <ac:picMkLst>
            <pc:docMk/>
            <pc:sldMk cId="4209285786" sldId="260"/>
            <ac:picMk id="56" creationId="{73E63042-68CD-492D-AD2A-4511BF09B7B9}"/>
          </ac:picMkLst>
        </pc:picChg>
        <pc:picChg chg="mod topLvl">
          <ac:chgData name="" userId="f192238287e27194" providerId="LiveId" clId="{076185F6-03EE-48B3-B51D-12DE4E77E9E3}" dt="2025-10-01T14:08:32.945" v="1165" actId="164"/>
          <ac:picMkLst>
            <pc:docMk/>
            <pc:sldMk cId="4209285786" sldId="260"/>
            <ac:picMk id="59" creationId="{90B05C3B-E8B5-40BA-AB2B-12AA0030EAD9}"/>
          </ac:picMkLst>
        </pc:picChg>
        <pc:picChg chg="add mod">
          <ac:chgData name="" userId="f192238287e27194" providerId="LiveId" clId="{076185F6-03EE-48B3-B51D-12DE4E77E9E3}" dt="2025-10-01T14:08:34.592" v="1166" actId="164"/>
          <ac:picMkLst>
            <pc:docMk/>
            <pc:sldMk cId="4209285786" sldId="260"/>
            <ac:picMk id="62" creationId="{A5ED6D97-FAD6-441F-8EE9-3D0091AEF3F6}"/>
          </ac:picMkLst>
        </pc:picChg>
        <pc:picChg chg="add mod">
          <ac:chgData name="" userId="f192238287e27194" providerId="LiveId" clId="{076185F6-03EE-48B3-B51D-12DE4E77E9E3}" dt="2025-10-01T14:08:36.316" v="1167" actId="164"/>
          <ac:picMkLst>
            <pc:docMk/>
            <pc:sldMk cId="4209285786" sldId="260"/>
            <ac:picMk id="64" creationId="{C427099C-9E20-41F2-96DC-860C319DFC55}"/>
          </ac:picMkLst>
        </pc:picChg>
        <pc:picChg chg="add mod">
          <ac:chgData name="" userId="f192238287e27194" providerId="LiveId" clId="{076185F6-03EE-48B3-B51D-12DE4E77E9E3}" dt="2025-10-01T14:08:37.702" v="1168" actId="164"/>
          <ac:picMkLst>
            <pc:docMk/>
            <pc:sldMk cId="4209285786" sldId="260"/>
            <ac:picMk id="66" creationId="{1C809F54-7579-4C22-B0AE-0AD7918A5897}"/>
          </ac:picMkLst>
        </pc:picChg>
        <pc:cxnChg chg="add mod">
          <ac:chgData name="" userId="f192238287e27194" providerId="LiveId" clId="{076185F6-03EE-48B3-B51D-12DE4E77E9E3}" dt="2025-10-01T14:11:33.456" v="1226" actId="1076"/>
          <ac:cxnSpMkLst>
            <pc:docMk/>
            <pc:sldMk cId="4209285786" sldId="260"/>
            <ac:cxnSpMk id="50" creationId="{95981B03-2EE9-4AE5-BD4F-15CD8EF737EC}"/>
          </ac:cxnSpMkLst>
        </pc:cxnChg>
        <pc:cxnChg chg="add mod">
          <ac:chgData name="" userId="f192238287e27194" providerId="LiveId" clId="{076185F6-03EE-48B3-B51D-12DE4E77E9E3}" dt="2025-10-01T14:11:33.456" v="1226" actId="1076"/>
          <ac:cxnSpMkLst>
            <pc:docMk/>
            <pc:sldMk cId="4209285786" sldId="260"/>
            <ac:cxnSpMk id="51" creationId="{1C5E9A00-8082-4FDC-B675-5835662AF2D5}"/>
          </ac:cxnSpMkLst>
        </pc:cxnChg>
        <pc:cxnChg chg="add mod">
          <ac:chgData name="" userId="f192238287e27194" providerId="LiveId" clId="{076185F6-03EE-48B3-B51D-12DE4E77E9E3}" dt="2025-10-01T14:11:33.456" v="1226" actId="1076"/>
          <ac:cxnSpMkLst>
            <pc:docMk/>
            <pc:sldMk cId="4209285786" sldId="260"/>
            <ac:cxnSpMk id="52" creationId="{AFF268C7-7D8F-43C1-AE0C-CE1A3CFAF33E}"/>
          </ac:cxnSpMkLst>
        </pc:cxnChg>
        <pc:cxnChg chg="add mod">
          <ac:chgData name="" userId="f192238287e27194" providerId="LiveId" clId="{076185F6-03EE-48B3-B51D-12DE4E77E9E3}" dt="2025-10-01T14:11:33.456" v="1226" actId="1076"/>
          <ac:cxnSpMkLst>
            <pc:docMk/>
            <pc:sldMk cId="4209285786" sldId="260"/>
            <ac:cxnSpMk id="53" creationId="{27445735-2187-40E6-AD1A-47B325B6CC8C}"/>
          </ac:cxnSpMkLst>
        </pc:cxnChg>
        <pc:cxnChg chg="add del mod">
          <ac:chgData name="" userId="f192238287e27194" providerId="LiveId" clId="{076185F6-03EE-48B3-B51D-12DE4E77E9E3}" dt="2025-10-01T14:10:29.926" v="1203"/>
          <ac:cxnSpMkLst>
            <pc:docMk/>
            <pc:sldMk cId="4209285786" sldId="260"/>
            <ac:cxnSpMk id="70" creationId="{D390AA3F-132A-46B0-AD58-D790970F3095}"/>
          </ac:cxnSpMkLst>
        </pc:cxnChg>
        <pc:cxnChg chg="add del mod">
          <ac:chgData name="" userId="f192238287e27194" providerId="LiveId" clId="{076185F6-03EE-48B3-B51D-12DE4E77E9E3}" dt="2025-10-01T14:10:29.926" v="1203"/>
          <ac:cxnSpMkLst>
            <pc:docMk/>
            <pc:sldMk cId="4209285786" sldId="260"/>
            <ac:cxnSpMk id="71" creationId="{51D5B5CB-6099-40B4-B8AC-4FC04F8499CF}"/>
          </ac:cxnSpMkLst>
        </pc:cxnChg>
        <pc:cxnChg chg="add del mod">
          <ac:chgData name="" userId="f192238287e27194" providerId="LiveId" clId="{076185F6-03EE-48B3-B51D-12DE4E77E9E3}" dt="2025-10-01T14:10:29.926" v="1203"/>
          <ac:cxnSpMkLst>
            <pc:docMk/>
            <pc:sldMk cId="4209285786" sldId="260"/>
            <ac:cxnSpMk id="72" creationId="{DB2EF77D-654D-487A-9C91-2CA55FB21661}"/>
          </ac:cxnSpMkLst>
        </pc:cxnChg>
        <pc:cxnChg chg="add del mod">
          <ac:chgData name="" userId="f192238287e27194" providerId="LiveId" clId="{076185F6-03EE-48B3-B51D-12DE4E77E9E3}" dt="2025-10-01T14:10:29.926" v="1203"/>
          <ac:cxnSpMkLst>
            <pc:docMk/>
            <pc:sldMk cId="4209285786" sldId="260"/>
            <ac:cxnSpMk id="73" creationId="{E067BB4C-595D-4304-8DB4-A9FC318DBDCA}"/>
          </ac:cxnSpMkLst>
        </pc:cxnChg>
      </pc:sldChg>
      <pc:sldChg chg="addSp delSp modSp add modTransition">
        <pc:chgData name="" userId="f192238287e27194" providerId="LiveId" clId="{076185F6-03EE-48B3-B51D-12DE4E77E9E3}" dt="2025-11-12T13:39:47.589" v="7901" actId="1036"/>
        <pc:sldMkLst>
          <pc:docMk/>
          <pc:sldMk cId="2814848323" sldId="261"/>
        </pc:sldMkLst>
        <pc:spChg chg="mod">
          <ac:chgData name="" userId="f192238287e27194" providerId="LiveId" clId="{076185F6-03EE-48B3-B51D-12DE4E77E9E3}" dt="2025-11-12T13:24:09.499" v="7752" actId="14100"/>
          <ac:spMkLst>
            <pc:docMk/>
            <pc:sldMk cId="2814848323" sldId="261"/>
            <ac:spMk id="2" creationId="{05E67359-D04F-4E95-9E3B-46A7E0D73251}"/>
          </ac:spMkLst>
        </pc:spChg>
        <pc:spChg chg="add del mod">
          <ac:chgData name="" userId="f192238287e27194" providerId="LiveId" clId="{076185F6-03EE-48B3-B51D-12DE4E77E9E3}" dt="2025-11-12T13:39:47.589" v="7901" actId="1036"/>
          <ac:spMkLst>
            <pc:docMk/>
            <pc:sldMk cId="2814848323" sldId="261"/>
            <ac:spMk id="4" creationId="{D74462C0-50C9-46EB-B532-2ADE9DC0DB80}"/>
          </ac:spMkLst>
        </pc:spChg>
        <pc:spChg chg="mod">
          <ac:chgData name="" userId="f192238287e27194" providerId="LiveId" clId="{076185F6-03EE-48B3-B51D-12DE4E77E9E3}" dt="2025-11-12T13:24:12.758" v="7753" actId="1076"/>
          <ac:spMkLst>
            <pc:docMk/>
            <pc:sldMk cId="2814848323" sldId="261"/>
            <ac:spMk id="5" creationId="{1EB38A71-6C63-4589-B29C-2FE56209BD54}"/>
          </ac:spMkLst>
        </pc:spChg>
        <pc:spChg chg="del mod">
          <ac:chgData name="" userId="f192238287e27194" providerId="LiveId" clId="{076185F6-03EE-48B3-B51D-12DE4E77E9E3}" dt="2025-10-01T14:11:16.650" v="1225"/>
          <ac:spMkLst>
            <pc:docMk/>
            <pc:sldMk cId="2814848323" sldId="261"/>
            <ac:spMk id="7" creationId="{C73D4613-714A-4C40-8214-E510A91E5506}"/>
          </ac:spMkLst>
        </pc:spChg>
        <pc:spChg chg="mod">
          <ac:chgData name="" userId="f192238287e27194" providerId="LiveId" clId="{076185F6-03EE-48B3-B51D-12DE4E77E9E3}" dt="2025-11-10T13:57:14.442" v="6118" actId="2711"/>
          <ac:spMkLst>
            <pc:docMk/>
            <pc:sldMk cId="2814848323" sldId="261"/>
            <ac:spMk id="9" creationId="{D2F77DD8-C456-481B-8B5A-4BA38D1AD51C}"/>
          </ac:spMkLst>
        </pc:spChg>
        <pc:spChg chg="mod">
          <ac:chgData name="" userId="f192238287e27194" providerId="LiveId" clId="{076185F6-03EE-48B3-B51D-12DE4E77E9E3}" dt="2025-11-10T14:15:48.335" v="6703" actId="1076"/>
          <ac:spMkLst>
            <pc:docMk/>
            <pc:sldMk cId="2814848323" sldId="261"/>
            <ac:spMk id="10" creationId="{0025D7EF-BFA9-4BBE-A09E-289FDD2B17FA}"/>
          </ac:spMkLst>
        </pc:spChg>
        <pc:spChg chg="mod">
          <ac:chgData name="" userId="f192238287e27194" providerId="LiveId" clId="{076185F6-03EE-48B3-B51D-12DE4E77E9E3}" dt="2025-11-10T13:57:14.442" v="6118" actId="2711"/>
          <ac:spMkLst>
            <pc:docMk/>
            <pc:sldMk cId="2814848323" sldId="261"/>
            <ac:spMk id="11" creationId="{6F8A96DE-E2E5-4FEB-AEC5-67C3536C3872}"/>
          </ac:spMkLst>
        </pc:spChg>
        <pc:spChg chg="add mod">
          <ac:chgData name="" userId="f192238287e27194" providerId="LiveId" clId="{076185F6-03EE-48B3-B51D-12DE4E77E9E3}" dt="2025-11-10T13:57:02.440" v="6115" actId="2711"/>
          <ac:spMkLst>
            <pc:docMk/>
            <pc:sldMk cId="2814848323" sldId="261"/>
            <ac:spMk id="28" creationId="{C518AB8B-2398-425C-906D-5C7AAA555D44}"/>
          </ac:spMkLst>
        </pc:spChg>
        <pc:spChg chg="mod">
          <ac:chgData name="" userId="f192238287e27194" providerId="LiveId" clId="{076185F6-03EE-48B3-B51D-12DE4E77E9E3}" dt="2025-11-12T13:28:49.720" v="7821" actId="14100"/>
          <ac:spMkLst>
            <pc:docMk/>
            <pc:sldMk cId="2814848323" sldId="261"/>
            <ac:spMk id="33" creationId="{E984129E-6F2D-4BCE-9E62-B1F84FC7DB76}"/>
          </ac:spMkLst>
        </pc:spChg>
        <pc:spChg chg="mod">
          <ac:chgData name="" userId="f192238287e27194" providerId="LiveId" clId="{076185F6-03EE-48B3-B51D-12DE4E77E9E3}" dt="2025-11-10T13:57:23.021" v="6122" actId="2711"/>
          <ac:spMkLst>
            <pc:docMk/>
            <pc:sldMk cId="2814848323" sldId="261"/>
            <ac:spMk id="40" creationId="{B377B9FA-74BB-4820-ABC2-8871D4B5E26A}"/>
          </ac:spMkLst>
        </pc:spChg>
        <pc:spChg chg="mod">
          <ac:chgData name="" userId="f192238287e27194" providerId="LiveId" clId="{076185F6-03EE-48B3-B51D-12DE4E77E9E3}" dt="2025-11-12T13:36:58.618" v="7897" actId="20577"/>
          <ac:spMkLst>
            <pc:docMk/>
            <pc:sldMk cId="2814848323" sldId="261"/>
            <ac:spMk id="54" creationId="{13673760-3E9C-416D-B216-580405DB01D8}"/>
          </ac:spMkLst>
        </pc:spChg>
        <pc:spChg chg="mod">
          <ac:chgData name="" userId="f192238287e27194" providerId="LiveId" clId="{076185F6-03EE-48B3-B51D-12DE4E77E9E3}" dt="2025-11-12T13:33:24.826" v="7891" actId="20577"/>
          <ac:spMkLst>
            <pc:docMk/>
            <pc:sldMk cId="2814848323" sldId="261"/>
            <ac:spMk id="58" creationId="{C201E272-C85D-4AAA-9175-003AD5BD8B1E}"/>
          </ac:spMkLst>
        </pc:spChg>
        <pc:spChg chg="mod">
          <ac:chgData name="" userId="f192238287e27194" providerId="LiveId" clId="{076185F6-03EE-48B3-B51D-12DE4E77E9E3}" dt="2025-11-11T19:42:17.951" v="7432" actId="14100"/>
          <ac:spMkLst>
            <pc:docMk/>
            <pc:sldMk cId="2814848323" sldId="261"/>
            <ac:spMk id="61" creationId="{288BD22E-F61C-4BBD-9742-A7A7EFF85911}"/>
          </ac:spMkLst>
        </pc:spChg>
        <pc:grpChg chg="add mod">
          <ac:chgData name="" userId="f192238287e27194" providerId="LiveId" clId="{076185F6-03EE-48B3-B51D-12DE4E77E9E3}" dt="2025-10-01T14:10:59.519" v="1218" actId="1076"/>
          <ac:grpSpMkLst>
            <pc:docMk/>
            <pc:sldMk cId="2814848323" sldId="261"/>
            <ac:grpSpMk id="29" creationId="{D1EB468C-910C-4130-A521-1816A2D23DE2}"/>
          </ac:grpSpMkLst>
        </pc:grpChg>
        <pc:grpChg chg="add mod">
          <ac:chgData name="" userId="f192238287e27194" providerId="LiveId" clId="{076185F6-03EE-48B3-B51D-12DE4E77E9E3}" dt="2025-10-01T14:10:59.519" v="1218" actId="1076"/>
          <ac:grpSpMkLst>
            <pc:docMk/>
            <pc:sldMk cId="2814848323" sldId="261"/>
            <ac:grpSpMk id="36" creationId="{8F300489-874A-4049-9913-E0EEC2542C14}"/>
          </ac:grpSpMkLst>
        </pc:grpChg>
        <pc:grpChg chg="del">
          <ac:chgData name="" userId="f192238287e27194" providerId="LiveId" clId="{076185F6-03EE-48B3-B51D-12DE4E77E9E3}" dt="2025-10-01T14:10:33.389" v="1204" actId="478"/>
          <ac:grpSpMkLst>
            <pc:docMk/>
            <pc:sldMk cId="2814848323" sldId="261"/>
            <ac:grpSpMk id="44" creationId="{1D7E9EDC-7D80-4360-BED0-34A29E2E3558}"/>
          </ac:grpSpMkLst>
        </pc:grpChg>
        <pc:grpChg chg="del">
          <ac:chgData name="" userId="f192238287e27194" providerId="LiveId" clId="{076185F6-03EE-48B3-B51D-12DE4E77E9E3}" dt="2025-10-01T14:10:35.824" v="1205" actId="478"/>
          <ac:grpSpMkLst>
            <pc:docMk/>
            <pc:sldMk cId="2814848323" sldId="261"/>
            <ac:grpSpMk id="45" creationId="{A6D84526-22E6-4358-9D70-3FABC839D6B9}"/>
          </ac:grpSpMkLst>
        </pc:grpChg>
        <pc:grpChg chg="del">
          <ac:chgData name="" userId="f192238287e27194" providerId="LiveId" clId="{076185F6-03EE-48B3-B51D-12DE4E77E9E3}" dt="2025-10-01T14:10:36.492" v="1206" actId="478"/>
          <ac:grpSpMkLst>
            <pc:docMk/>
            <pc:sldMk cId="2814848323" sldId="261"/>
            <ac:grpSpMk id="46" creationId="{72A15EB0-9DAC-42CC-AE34-0CBEE37B4E61}"/>
          </ac:grpSpMkLst>
        </pc:grpChg>
        <pc:grpChg chg="del">
          <ac:chgData name="" userId="f192238287e27194" providerId="LiveId" clId="{076185F6-03EE-48B3-B51D-12DE4E77E9E3}" dt="2025-10-01T14:10:37.106" v="1207" actId="478"/>
          <ac:grpSpMkLst>
            <pc:docMk/>
            <pc:sldMk cId="2814848323" sldId="261"/>
            <ac:grpSpMk id="47" creationId="{928AC3E5-E42D-4541-8D2C-B341172CD501}"/>
          </ac:grpSpMkLst>
        </pc:grpChg>
        <pc:grpChg chg="del">
          <ac:chgData name="" userId="f192238287e27194" providerId="LiveId" clId="{076185F6-03EE-48B3-B51D-12DE4E77E9E3}" dt="2025-10-01T14:10:38.056" v="1208" actId="478"/>
          <ac:grpSpMkLst>
            <pc:docMk/>
            <pc:sldMk cId="2814848323" sldId="261"/>
            <ac:grpSpMk id="48" creationId="{EED79DBD-8701-42F5-8060-1F73D1474B97}"/>
          </ac:grpSpMkLst>
        </pc:grpChg>
        <pc:grpChg chg="add mod">
          <ac:chgData name="" userId="f192238287e27194" providerId="LiveId" clId="{076185F6-03EE-48B3-B51D-12DE4E77E9E3}" dt="2025-11-11T19:40:40.691" v="7406" actId="1076"/>
          <ac:grpSpMkLst>
            <pc:docMk/>
            <pc:sldMk cId="2814848323" sldId="261"/>
            <ac:grpSpMk id="49" creationId="{95F6E851-9502-4AF3-BCE3-03EE4132585E}"/>
          </ac:grpSpMkLst>
        </pc:grpChg>
        <pc:grpChg chg="add mod">
          <ac:chgData name="" userId="f192238287e27194" providerId="LiveId" clId="{076185F6-03EE-48B3-B51D-12DE4E77E9E3}" dt="2025-10-01T14:10:59.519" v="1218" actId="1076"/>
          <ac:grpSpMkLst>
            <pc:docMk/>
            <pc:sldMk cId="2814848323" sldId="261"/>
            <ac:grpSpMk id="56" creationId="{D794F94D-8DD8-430D-B163-4E8AC5705A57}"/>
          </ac:grpSpMkLst>
        </pc:grpChg>
        <pc:grpChg chg="add mod">
          <ac:chgData name="" userId="f192238287e27194" providerId="LiveId" clId="{076185F6-03EE-48B3-B51D-12DE4E77E9E3}" dt="2025-10-01T14:10:59.519" v="1218" actId="1076"/>
          <ac:grpSpMkLst>
            <pc:docMk/>
            <pc:sldMk cId="2814848323" sldId="261"/>
            <ac:grpSpMk id="59" creationId="{B4B10BB3-1E74-4138-91E6-0F989EF70C0F}"/>
          </ac:grpSpMkLst>
        </pc:grpChg>
        <pc:graphicFrameChg chg="add del">
          <ac:chgData name="" userId="f192238287e27194" providerId="LiveId" clId="{076185F6-03EE-48B3-B51D-12DE4E77E9E3}" dt="2025-11-11T19:37:57.605" v="7335"/>
          <ac:graphicFrameMkLst>
            <pc:docMk/>
            <pc:sldMk cId="2814848323" sldId="261"/>
            <ac:graphicFrameMk id="3" creationId="{102ED428-1C7F-493F-9A64-774876B693BF}"/>
          </ac:graphicFrameMkLst>
        </pc:graphicFrameChg>
        <pc:graphicFrameChg chg="add del">
          <ac:chgData name="" userId="f192238287e27194" providerId="LiveId" clId="{076185F6-03EE-48B3-B51D-12DE4E77E9E3}" dt="2025-11-11T19:37:57.605" v="7335"/>
          <ac:graphicFrameMkLst>
            <pc:docMk/>
            <pc:sldMk cId="2814848323" sldId="261"/>
            <ac:graphicFrameMk id="6" creationId="{1F627CC8-9161-4789-8CAA-A49818FEF037}"/>
          </ac:graphicFrameMkLst>
        </pc:graphicFrameChg>
        <pc:graphicFrameChg chg="add del">
          <ac:chgData name="" userId="f192238287e27194" providerId="LiveId" clId="{076185F6-03EE-48B3-B51D-12DE4E77E9E3}" dt="2025-11-11T19:38:01.400" v="7337"/>
          <ac:graphicFrameMkLst>
            <pc:docMk/>
            <pc:sldMk cId="2814848323" sldId="261"/>
            <ac:graphicFrameMk id="7" creationId="{4E3A45F7-A4DA-4AEB-8793-73EC82E5B752}"/>
          </ac:graphicFrameMkLst>
        </pc:graphicFrameChg>
        <pc:graphicFrameChg chg="add del">
          <ac:chgData name="" userId="f192238287e27194" providerId="LiveId" clId="{076185F6-03EE-48B3-B51D-12DE4E77E9E3}" dt="2025-11-11T19:38:01.400" v="7337"/>
          <ac:graphicFrameMkLst>
            <pc:docMk/>
            <pc:sldMk cId="2814848323" sldId="261"/>
            <ac:graphicFrameMk id="8" creationId="{056476C1-5FE2-4BB8-B24F-B74248065198}"/>
          </ac:graphicFrameMkLst>
        </pc:graphicFrameChg>
        <pc:cxnChg chg="del">
          <ac:chgData name="" userId="f192238287e27194" providerId="LiveId" clId="{076185F6-03EE-48B3-B51D-12DE4E77E9E3}" dt="2025-10-01T14:10:42.109" v="1212" actId="478"/>
          <ac:cxnSpMkLst>
            <pc:docMk/>
            <pc:sldMk cId="2814848323" sldId="261"/>
            <ac:cxnSpMk id="50" creationId="{95981B03-2EE9-4AE5-BD4F-15CD8EF737EC}"/>
          </ac:cxnSpMkLst>
        </pc:cxnChg>
        <pc:cxnChg chg="del">
          <ac:chgData name="" userId="f192238287e27194" providerId="LiveId" clId="{076185F6-03EE-48B3-B51D-12DE4E77E9E3}" dt="2025-10-01T14:10:40.964" v="1211" actId="478"/>
          <ac:cxnSpMkLst>
            <pc:docMk/>
            <pc:sldMk cId="2814848323" sldId="261"/>
            <ac:cxnSpMk id="51" creationId="{1C5E9A00-8082-4FDC-B675-5835662AF2D5}"/>
          </ac:cxnSpMkLst>
        </pc:cxnChg>
        <pc:cxnChg chg="del">
          <ac:chgData name="" userId="f192238287e27194" providerId="LiveId" clId="{076185F6-03EE-48B3-B51D-12DE4E77E9E3}" dt="2025-10-01T14:10:39.947" v="1210" actId="478"/>
          <ac:cxnSpMkLst>
            <pc:docMk/>
            <pc:sldMk cId="2814848323" sldId="261"/>
            <ac:cxnSpMk id="52" creationId="{AFF268C7-7D8F-43C1-AE0C-CE1A3CFAF33E}"/>
          </ac:cxnSpMkLst>
        </pc:cxnChg>
        <pc:cxnChg chg="del">
          <ac:chgData name="" userId="f192238287e27194" providerId="LiveId" clId="{076185F6-03EE-48B3-B51D-12DE4E77E9E3}" dt="2025-10-01T14:10:38.932" v="1209" actId="478"/>
          <ac:cxnSpMkLst>
            <pc:docMk/>
            <pc:sldMk cId="2814848323" sldId="261"/>
            <ac:cxnSpMk id="53" creationId="{27445735-2187-40E6-AD1A-47B325B6CC8C}"/>
          </ac:cxnSpMkLst>
        </pc:cxnChg>
        <pc:cxnChg chg="add mod">
          <ac:chgData name="" userId="f192238287e27194" providerId="LiveId" clId="{076185F6-03EE-48B3-B51D-12DE4E77E9E3}" dt="2025-10-01T14:11:13.325" v="1222" actId="1076"/>
          <ac:cxnSpMkLst>
            <pc:docMk/>
            <pc:sldMk cId="2814848323" sldId="261"/>
            <ac:cxnSpMk id="62" creationId="{FE04FF3B-DB3F-4694-9BD7-614D9A0CABE0}"/>
          </ac:cxnSpMkLst>
        </pc:cxnChg>
        <pc:cxnChg chg="add mod">
          <ac:chgData name="" userId="f192238287e27194" providerId="LiveId" clId="{076185F6-03EE-48B3-B51D-12DE4E77E9E3}" dt="2025-10-01T14:10:59.519" v="1218" actId="1076"/>
          <ac:cxnSpMkLst>
            <pc:docMk/>
            <pc:sldMk cId="2814848323" sldId="261"/>
            <ac:cxnSpMk id="63" creationId="{E2637655-A326-49F0-AE7C-3AC3CCFDA358}"/>
          </ac:cxnSpMkLst>
        </pc:cxnChg>
        <pc:cxnChg chg="add mod">
          <ac:chgData name="" userId="f192238287e27194" providerId="LiveId" clId="{076185F6-03EE-48B3-B51D-12DE4E77E9E3}" dt="2025-10-01T14:11:07.521" v="1221" actId="1076"/>
          <ac:cxnSpMkLst>
            <pc:docMk/>
            <pc:sldMk cId="2814848323" sldId="261"/>
            <ac:cxnSpMk id="64" creationId="{329F8BCD-BCD8-444F-800B-255C5598AAF1}"/>
          </ac:cxnSpMkLst>
        </pc:cxnChg>
        <pc:cxnChg chg="add mod">
          <ac:chgData name="" userId="f192238287e27194" providerId="LiveId" clId="{076185F6-03EE-48B3-B51D-12DE4E77E9E3}" dt="2025-10-01T14:11:13.325" v="1222" actId="1076"/>
          <ac:cxnSpMkLst>
            <pc:docMk/>
            <pc:sldMk cId="2814848323" sldId="261"/>
            <ac:cxnSpMk id="65" creationId="{AE90D484-4100-4638-8951-0A748FE99EE5}"/>
          </ac:cxnSpMkLst>
        </pc:cxnChg>
      </pc:sldChg>
      <pc:sldChg chg="addSp delSp modSp add modTransition">
        <pc:chgData name="" userId="f192238287e27194" providerId="LiveId" clId="{076185F6-03EE-48B3-B51D-12DE4E77E9E3}" dt="2025-11-12T13:37:06.222" v="7899" actId="20577"/>
        <pc:sldMkLst>
          <pc:docMk/>
          <pc:sldMk cId="3570598472" sldId="262"/>
        </pc:sldMkLst>
        <pc:spChg chg="add del mod">
          <ac:chgData name="" userId="f192238287e27194" providerId="LiveId" clId="{076185F6-03EE-48B3-B51D-12DE4E77E9E3}" dt="2025-11-11T19:47:36.649" v="7493" actId="1076"/>
          <ac:spMkLst>
            <pc:docMk/>
            <pc:sldMk cId="3570598472" sldId="262"/>
            <ac:spMk id="4" creationId="{D74462C0-50C9-46EB-B532-2ADE9DC0DB80}"/>
          </ac:spMkLst>
        </pc:spChg>
        <pc:spChg chg="mod">
          <ac:chgData name="" userId="f192238287e27194" providerId="LiveId" clId="{076185F6-03EE-48B3-B51D-12DE4E77E9E3}" dt="2025-10-01T14:30:06.200" v="1628" actId="20577"/>
          <ac:spMkLst>
            <pc:docMk/>
            <pc:sldMk cId="3570598472" sldId="262"/>
            <ac:spMk id="5" creationId="{1EB38A71-6C63-4589-B29C-2FE56209BD54}"/>
          </ac:spMkLst>
        </pc:spChg>
        <pc:spChg chg="mod">
          <ac:chgData name="" userId="f192238287e27194" providerId="LiveId" clId="{076185F6-03EE-48B3-B51D-12DE4E77E9E3}" dt="2025-10-01T14:39:15.978" v="2442" actId="1076"/>
          <ac:spMkLst>
            <pc:docMk/>
            <pc:sldMk cId="3570598472" sldId="262"/>
            <ac:spMk id="9" creationId="{D2F77DD8-C456-481B-8B5A-4BA38D1AD51C}"/>
          </ac:spMkLst>
        </pc:spChg>
        <pc:spChg chg="mod">
          <ac:chgData name="" userId="f192238287e27194" providerId="LiveId" clId="{076185F6-03EE-48B3-B51D-12DE4E77E9E3}" dt="2025-10-01T14:39:18.734" v="2443" actId="1076"/>
          <ac:spMkLst>
            <pc:docMk/>
            <pc:sldMk cId="3570598472" sldId="262"/>
            <ac:spMk id="10" creationId="{0025D7EF-BFA9-4BBE-A09E-289FDD2B17FA}"/>
          </ac:spMkLst>
        </pc:spChg>
        <pc:spChg chg="mod">
          <ac:chgData name="" userId="f192238287e27194" providerId="LiveId" clId="{076185F6-03EE-48B3-B51D-12DE4E77E9E3}" dt="2025-11-10T12:21:34.348" v="5422" actId="1076"/>
          <ac:spMkLst>
            <pc:docMk/>
            <pc:sldMk cId="3570598472" sldId="262"/>
            <ac:spMk id="11" creationId="{6F8A96DE-E2E5-4FEB-AEC5-67C3536C3872}"/>
          </ac:spMkLst>
        </pc:spChg>
        <pc:spChg chg="mod">
          <ac:chgData name="" userId="f192238287e27194" providerId="LiveId" clId="{076185F6-03EE-48B3-B51D-12DE4E77E9E3}" dt="2025-11-11T19:48:04.408" v="7498" actId="1076"/>
          <ac:spMkLst>
            <pc:docMk/>
            <pc:sldMk cId="3570598472" sldId="262"/>
            <ac:spMk id="28" creationId="{C518AB8B-2398-425C-906D-5C7AAA555D44}"/>
          </ac:spMkLst>
        </pc:spChg>
        <pc:spChg chg="add mod">
          <ac:chgData name="" userId="f192238287e27194" providerId="LiveId" clId="{076185F6-03EE-48B3-B51D-12DE4E77E9E3}" dt="2025-11-11T19:48:00.899" v="7497" actId="1076"/>
          <ac:spMkLst>
            <pc:docMk/>
            <pc:sldMk cId="3570598472" sldId="262"/>
            <ac:spMk id="30" creationId="{C6C583EB-0683-456C-A9B6-CC369A5DBA67}"/>
          </ac:spMkLst>
        </pc:spChg>
        <pc:spChg chg="add mod">
          <ac:chgData name="" userId="f192238287e27194" providerId="LiveId" clId="{076185F6-03EE-48B3-B51D-12DE4E77E9E3}" dt="2025-11-12T13:37:06.222" v="7899" actId="20577"/>
          <ac:spMkLst>
            <pc:docMk/>
            <pc:sldMk cId="3570598472" sldId="262"/>
            <ac:spMk id="32" creationId="{9B0949C8-56AA-4EDC-9696-E4FB2D9F1955}"/>
          </ac:spMkLst>
        </pc:spChg>
        <pc:spChg chg="add mod">
          <ac:chgData name="" userId="f192238287e27194" providerId="LiveId" clId="{076185F6-03EE-48B3-B51D-12DE4E77E9E3}" dt="2025-11-11T19:59:57.525" v="7537" actId="14100"/>
          <ac:spMkLst>
            <pc:docMk/>
            <pc:sldMk cId="3570598472" sldId="262"/>
            <ac:spMk id="34" creationId="{F6C304A5-8A7B-4D57-8706-89D10E0F3754}"/>
          </ac:spMkLst>
        </pc:spChg>
        <pc:spChg chg="add del mod">
          <ac:chgData name="" userId="f192238287e27194" providerId="LiveId" clId="{076185F6-03EE-48B3-B51D-12DE4E77E9E3}" dt="2025-10-01T14:16:37.368" v="1381" actId="478"/>
          <ac:spMkLst>
            <pc:docMk/>
            <pc:sldMk cId="3570598472" sldId="262"/>
            <ac:spMk id="35" creationId="{4F1DEC6A-B67C-4FBE-9805-A661C53A5839}"/>
          </ac:spMkLst>
        </pc:spChg>
        <pc:spChg chg="mod">
          <ac:chgData name="" userId="f192238287e27194" providerId="LiveId" clId="{076185F6-03EE-48B3-B51D-12DE4E77E9E3}" dt="2025-11-11T19:49:16.327" v="7504" actId="207"/>
          <ac:spMkLst>
            <pc:docMk/>
            <pc:sldMk cId="3570598472" sldId="262"/>
            <ac:spMk id="36" creationId="{19E401A7-E376-4166-8B87-9D9C3F0A1AAA}"/>
          </ac:spMkLst>
        </pc:spChg>
        <pc:spChg chg="add mod">
          <ac:chgData name="" userId="f192238287e27194" providerId="LiveId" clId="{076185F6-03EE-48B3-B51D-12DE4E77E9E3}" dt="2025-11-11T19:59:51.244" v="7532" actId="1076"/>
          <ac:spMkLst>
            <pc:docMk/>
            <pc:sldMk cId="3570598472" sldId="262"/>
            <ac:spMk id="38" creationId="{A88C2930-3C12-460B-993C-7BEE6F6419DB}"/>
          </ac:spMkLst>
        </pc:spChg>
        <pc:spChg chg="add mod">
          <ac:chgData name="" userId="f192238287e27194" providerId="LiveId" clId="{076185F6-03EE-48B3-B51D-12DE4E77E9E3}" dt="2025-11-11T19:48:24.962" v="7500" actId="1076"/>
          <ac:spMkLst>
            <pc:docMk/>
            <pc:sldMk cId="3570598472" sldId="262"/>
            <ac:spMk id="39" creationId="{9445B5AA-0F2E-4D09-8045-63DBD1EAFB4D}"/>
          </ac:spMkLst>
        </pc:spChg>
        <pc:spChg chg="add mod">
          <ac:chgData name="" userId="f192238287e27194" providerId="LiveId" clId="{076185F6-03EE-48B3-B51D-12DE4E77E9E3}" dt="2025-11-11T19:48:24.962" v="7500" actId="1076"/>
          <ac:spMkLst>
            <pc:docMk/>
            <pc:sldMk cId="3570598472" sldId="262"/>
            <ac:spMk id="41" creationId="{81637BB7-10EF-4AA5-9130-F9688A6CE475}"/>
          </ac:spMkLst>
        </pc:spChg>
        <pc:spChg chg="add mod">
          <ac:chgData name="" userId="f192238287e27194" providerId="LiveId" clId="{076185F6-03EE-48B3-B51D-12DE4E77E9E3}" dt="2025-10-01T14:26:33.879" v="1517" actId="164"/>
          <ac:spMkLst>
            <pc:docMk/>
            <pc:sldMk cId="3570598472" sldId="262"/>
            <ac:spMk id="42" creationId="{7D58D5EE-3045-48D0-BCDA-6D08DD524C58}"/>
          </ac:spMkLst>
        </pc:spChg>
        <pc:spChg chg="add mod">
          <ac:chgData name="" userId="f192238287e27194" providerId="LiveId" clId="{076185F6-03EE-48B3-B51D-12DE4E77E9E3}" dt="2025-10-01T14:26:33.879" v="1517" actId="164"/>
          <ac:spMkLst>
            <pc:docMk/>
            <pc:sldMk cId="3570598472" sldId="262"/>
            <ac:spMk id="43" creationId="{C03D1D2E-A615-41C0-BFAF-FD8A7038502A}"/>
          </ac:spMkLst>
        </pc:spChg>
        <pc:spChg chg="mod">
          <ac:chgData name="" userId="f192238287e27194" providerId="LiveId" clId="{076185F6-03EE-48B3-B51D-12DE4E77E9E3}" dt="2025-11-11T19:49:38.674" v="7517" actId="1076"/>
          <ac:spMkLst>
            <pc:docMk/>
            <pc:sldMk cId="3570598472" sldId="262"/>
            <ac:spMk id="46" creationId="{575331AE-9DBD-4A84-AFE0-2F65D1325EE8}"/>
          </ac:spMkLst>
        </pc:spChg>
        <pc:spChg chg="mod">
          <ac:chgData name="" userId="f192238287e27194" providerId="LiveId" clId="{076185F6-03EE-48B3-B51D-12DE4E77E9E3}" dt="2025-11-11T19:49:56.714" v="7531" actId="1076"/>
          <ac:spMkLst>
            <pc:docMk/>
            <pc:sldMk cId="3570598472" sldId="262"/>
            <ac:spMk id="50" creationId="{58AD2771-FAAA-4111-9072-4750E3A8EA94}"/>
          </ac:spMkLst>
        </pc:spChg>
        <pc:spChg chg="add mod">
          <ac:chgData name="" userId="f192238287e27194" providerId="LiveId" clId="{076185F6-03EE-48B3-B51D-12DE4E77E9E3}" dt="2025-10-01T14:27:13.806" v="1553"/>
          <ac:spMkLst>
            <pc:docMk/>
            <pc:sldMk cId="3570598472" sldId="262"/>
            <ac:spMk id="51" creationId="{29810F9D-FAD4-4A3F-A584-13E2B9836122}"/>
          </ac:spMkLst>
        </pc:spChg>
        <pc:spChg chg="mod">
          <ac:chgData name="" userId="f192238287e27194" providerId="LiveId" clId="{076185F6-03EE-48B3-B51D-12DE4E77E9E3}" dt="2025-10-01T14:27:50.869" v="1574" actId="20577"/>
          <ac:spMkLst>
            <pc:docMk/>
            <pc:sldMk cId="3570598472" sldId="262"/>
            <ac:spMk id="66" creationId="{03C20889-4D83-4606-8066-DEE2C8C8CCB1}"/>
          </ac:spMkLst>
        </pc:spChg>
        <pc:spChg chg="mod">
          <ac:chgData name="" userId="f192238287e27194" providerId="LiveId" clId="{076185F6-03EE-48B3-B51D-12DE4E77E9E3}" dt="2025-10-01T14:28:05.560" v="1588" actId="20577"/>
          <ac:spMkLst>
            <pc:docMk/>
            <pc:sldMk cId="3570598472" sldId="262"/>
            <ac:spMk id="69" creationId="{EFDF4DBC-F5BA-464D-A55F-074932EFE409}"/>
          </ac:spMkLst>
        </pc:spChg>
        <pc:spChg chg="mod">
          <ac:chgData name="" userId="f192238287e27194" providerId="LiveId" clId="{076185F6-03EE-48B3-B51D-12DE4E77E9E3}" dt="2025-10-01T14:28:21.645" v="1600" actId="20577"/>
          <ac:spMkLst>
            <pc:docMk/>
            <pc:sldMk cId="3570598472" sldId="262"/>
            <ac:spMk id="72" creationId="{A6795189-EDA4-4A15-A43E-37827A13FCE9}"/>
          </ac:spMkLst>
        </pc:spChg>
        <pc:grpChg chg="add mod">
          <ac:chgData name="" userId="f192238287e27194" providerId="LiveId" clId="{076185F6-03EE-48B3-B51D-12DE4E77E9E3}" dt="2025-11-11T19:48:30.172" v="7502" actId="1076"/>
          <ac:grpSpMkLst>
            <pc:docMk/>
            <pc:sldMk cId="3570598472" sldId="262"/>
            <ac:grpSpMk id="3" creationId="{5ED13113-4171-4D88-805E-FC5787374CF4}"/>
          </ac:grpSpMkLst>
        </pc:grpChg>
        <pc:grpChg chg="del">
          <ac:chgData name="" userId="f192238287e27194" providerId="LiveId" clId="{076185F6-03EE-48B3-B51D-12DE4E77E9E3}" dt="2025-10-01T14:12:25.692" v="1234" actId="478"/>
          <ac:grpSpMkLst>
            <pc:docMk/>
            <pc:sldMk cId="3570598472" sldId="262"/>
            <ac:grpSpMk id="29" creationId="{D1EB468C-910C-4130-A521-1816A2D23DE2}"/>
          </ac:grpSpMkLst>
        </pc:grpChg>
        <pc:grpChg chg="add mod">
          <ac:chgData name="" userId="f192238287e27194" providerId="LiveId" clId="{076185F6-03EE-48B3-B51D-12DE4E77E9E3}" dt="2025-11-11T19:48:43.885" v="7503" actId="207"/>
          <ac:grpSpMkLst>
            <pc:docMk/>
            <pc:sldMk cId="3570598472" sldId="262"/>
            <ac:grpSpMk id="33" creationId="{81EE35F2-A02B-48D8-9C3F-68C61B07A509}"/>
          </ac:grpSpMkLst>
        </pc:grpChg>
        <pc:grpChg chg="del">
          <ac:chgData name="" userId="f192238287e27194" providerId="LiveId" clId="{076185F6-03EE-48B3-B51D-12DE4E77E9E3}" dt="2025-10-01T14:12:25.692" v="1234" actId="478"/>
          <ac:grpSpMkLst>
            <pc:docMk/>
            <pc:sldMk cId="3570598472" sldId="262"/>
            <ac:grpSpMk id="36" creationId="{8F300489-874A-4049-9913-E0EEC2542C14}"/>
          </ac:grpSpMkLst>
        </pc:grpChg>
        <pc:grpChg chg="add mod">
          <ac:chgData name="" userId="f192238287e27194" providerId="LiveId" clId="{076185F6-03EE-48B3-B51D-12DE4E77E9E3}" dt="2025-11-11T19:59:51.244" v="7532" actId="1076"/>
          <ac:grpSpMkLst>
            <pc:docMk/>
            <pc:sldMk cId="3570598472" sldId="262"/>
            <ac:grpSpMk id="44" creationId="{AFD2CFF3-5FF7-486C-8B0C-6ADDB9C5CD57}"/>
          </ac:grpSpMkLst>
        </pc:grpChg>
        <pc:grpChg chg="add mod">
          <ac:chgData name="" userId="f192238287e27194" providerId="LiveId" clId="{076185F6-03EE-48B3-B51D-12DE4E77E9E3}" dt="2025-11-11T19:59:51.244" v="7532" actId="1076"/>
          <ac:grpSpMkLst>
            <pc:docMk/>
            <pc:sldMk cId="3570598472" sldId="262"/>
            <ac:grpSpMk id="47" creationId="{CB8635F0-D3D6-4E26-B90B-DFCC5A892C17}"/>
          </ac:grpSpMkLst>
        </pc:grpChg>
        <pc:grpChg chg="del">
          <ac:chgData name="" userId="f192238287e27194" providerId="LiveId" clId="{076185F6-03EE-48B3-B51D-12DE4E77E9E3}" dt="2025-10-01T14:12:25.692" v="1234" actId="478"/>
          <ac:grpSpMkLst>
            <pc:docMk/>
            <pc:sldMk cId="3570598472" sldId="262"/>
            <ac:grpSpMk id="49" creationId="{95F6E851-9502-4AF3-BCE3-03EE4132585E}"/>
          </ac:grpSpMkLst>
        </pc:grpChg>
        <pc:grpChg chg="add mod">
          <ac:chgData name="" userId="f192238287e27194" providerId="LiveId" clId="{076185F6-03EE-48B3-B51D-12DE4E77E9E3}" dt="2025-11-11T19:59:51.244" v="7532" actId="1076"/>
          <ac:grpSpMkLst>
            <pc:docMk/>
            <pc:sldMk cId="3570598472" sldId="262"/>
            <ac:grpSpMk id="52" creationId="{6592931C-60EF-4283-8547-F6AB4098FD51}"/>
          </ac:grpSpMkLst>
        </pc:grpChg>
        <pc:grpChg chg="del">
          <ac:chgData name="" userId="f192238287e27194" providerId="LiveId" clId="{076185F6-03EE-48B3-B51D-12DE4E77E9E3}" dt="2025-10-01T14:12:25.692" v="1234" actId="478"/>
          <ac:grpSpMkLst>
            <pc:docMk/>
            <pc:sldMk cId="3570598472" sldId="262"/>
            <ac:grpSpMk id="56" creationId="{D794F94D-8DD8-430D-B163-4E8AC5705A57}"/>
          </ac:grpSpMkLst>
        </pc:grpChg>
        <pc:grpChg chg="del">
          <ac:chgData name="" userId="f192238287e27194" providerId="LiveId" clId="{076185F6-03EE-48B3-B51D-12DE4E77E9E3}" dt="2025-10-01T14:12:26.916" v="1235" actId="478"/>
          <ac:grpSpMkLst>
            <pc:docMk/>
            <pc:sldMk cId="3570598472" sldId="262"/>
            <ac:grpSpMk id="59" creationId="{B4B10BB3-1E74-4138-91E6-0F989EF70C0F}"/>
          </ac:grpSpMkLst>
        </pc:grpChg>
        <pc:grpChg chg="add mod">
          <ac:chgData name="" userId="f192238287e27194" providerId="LiveId" clId="{076185F6-03EE-48B3-B51D-12DE4E77E9E3}" dt="2025-11-11T19:48:24.962" v="7500" actId="1076"/>
          <ac:grpSpMkLst>
            <pc:docMk/>
            <pc:sldMk cId="3570598472" sldId="262"/>
            <ac:grpSpMk id="67" creationId="{8E3D11DE-EC8F-41CB-AA9C-67309B345919}"/>
          </ac:grpSpMkLst>
        </pc:grpChg>
        <pc:grpChg chg="add mod">
          <ac:chgData name="" userId="f192238287e27194" providerId="LiveId" clId="{076185F6-03EE-48B3-B51D-12DE4E77E9E3}" dt="2025-11-11T19:48:24.962" v="7500" actId="1076"/>
          <ac:grpSpMkLst>
            <pc:docMk/>
            <pc:sldMk cId="3570598472" sldId="262"/>
            <ac:grpSpMk id="70" creationId="{8DF1ABA5-D0B7-4C48-840B-A5488C163934}"/>
          </ac:grpSpMkLst>
        </pc:grpChg>
        <pc:cxnChg chg="del">
          <ac:chgData name="" userId="f192238287e27194" providerId="LiveId" clId="{076185F6-03EE-48B3-B51D-12DE4E77E9E3}" dt="2025-10-01T14:12:25.692" v="1234" actId="478"/>
          <ac:cxnSpMkLst>
            <pc:docMk/>
            <pc:sldMk cId="3570598472" sldId="262"/>
            <ac:cxnSpMk id="62" creationId="{FE04FF3B-DB3F-4694-9BD7-614D9A0CABE0}"/>
          </ac:cxnSpMkLst>
        </pc:cxnChg>
        <pc:cxnChg chg="del">
          <ac:chgData name="" userId="f192238287e27194" providerId="LiveId" clId="{076185F6-03EE-48B3-B51D-12DE4E77E9E3}" dt="2025-10-01T14:12:25.692" v="1234" actId="478"/>
          <ac:cxnSpMkLst>
            <pc:docMk/>
            <pc:sldMk cId="3570598472" sldId="262"/>
            <ac:cxnSpMk id="63" creationId="{E2637655-A326-49F0-AE7C-3AC3CCFDA358}"/>
          </ac:cxnSpMkLst>
        </pc:cxnChg>
        <pc:cxnChg chg="del">
          <ac:chgData name="" userId="f192238287e27194" providerId="LiveId" clId="{076185F6-03EE-48B3-B51D-12DE4E77E9E3}" dt="2025-10-01T14:12:25.692" v="1234" actId="478"/>
          <ac:cxnSpMkLst>
            <pc:docMk/>
            <pc:sldMk cId="3570598472" sldId="262"/>
            <ac:cxnSpMk id="64" creationId="{329F8BCD-BCD8-444F-800B-255C5598AAF1}"/>
          </ac:cxnSpMkLst>
        </pc:cxnChg>
        <pc:cxnChg chg="del">
          <ac:chgData name="" userId="f192238287e27194" providerId="LiveId" clId="{076185F6-03EE-48B3-B51D-12DE4E77E9E3}" dt="2025-10-01T14:12:25.692" v="1234" actId="478"/>
          <ac:cxnSpMkLst>
            <pc:docMk/>
            <pc:sldMk cId="3570598472" sldId="262"/>
            <ac:cxnSpMk id="65" creationId="{AE90D484-4100-4638-8951-0A748FE99EE5}"/>
          </ac:cxnSpMkLst>
        </pc:cxnChg>
      </pc:sldChg>
      <pc:sldChg chg="delSp modSp add modTransition">
        <pc:chgData name="" userId="f192238287e27194" providerId="LiveId" clId="{076185F6-03EE-48B3-B51D-12DE4E77E9E3}" dt="2025-10-01T14:39:41.331" v="2447" actId="1076"/>
        <pc:sldMkLst>
          <pc:docMk/>
          <pc:sldMk cId="418035717" sldId="263"/>
        </pc:sldMkLst>
        <pc:spChg chg="mod">
          <ac:chgData name="" userId="f192238287e27194" providerId="LiveId" clId="{076185F6-03EE-48B3-B51D-12DE4E77E9E3}" dt="2025-10-01T14:32:55.487" v="1649" actId="1076"/>
          <ac:spMkLst>
            <pc:docMk/>
            <pc:sldMk cId="418035717" sldId="263"/>
            <ac:spMk id="2" creationId="{05E67359-D04F-4E95-9E3B-46A7E0D73251}"/>
          </ac:spMkLst>
        </pc:spChg>
        <pc:spChg chg="mod">
          <ac:chgData name="" userId="f192238287e27194" providerId="LiveId" clId="{076185F6-03EE-48B3-B51D-12DE4E77E9E3}" dt="2025-10-01T14:32:49.750" v="1648" actId="20577"/>
          <ac:spMkLst>
            <pc:docMk/>
            <pc:sldMk cId="418035717" sldId="263"/>
            <ac:spMk id="5" creationId="{1EB38A71-6C63-4589-B29C-2FE56209BD54}"/>
          </ac:spMkLst>
        </pc:spChg>
        <pc:spChg chg="mod">
          <ac:chgData name="" userId="f192238287e27194" providerId="LiveId" clId="{076185F6-03EE-48B3-B51D-12DE4E77E9E3}" dt="2025-10-01T14:39:36.302" v="2445" actId="1076"/>
          <ac:spMkLst>
            <pc:docMk/>
            <pc:sldMk cId="418035717" sldId="263"/>
            <ac:spMk id="9" creationId="{D2F77DD8-C456-481B-8B5A-4BA38D1AD51C}"/>
          </ac:spMkLst>
        </pc:spChg>
        <pc:spChg chg="mod">
          <ac:chgData name="" userId="f192238287e27194" providerId="LiveId" clId="{076185F6-03EE-48B3-B51D-12DE4E77E9E3}" dt="2025-10-01T14:39:38.635" v="2446" actId="1076"/>
          <ac:spMkLst>
            <pc:docMk/>
            <pc:sldMk cId="418035717" sldId="263"/>
            <ac:spMk id="10" creationId="{0025D7EF-BFA9-4BBE-A09E-289FDD2B17FA}"/>
          </ac:spMkLst>
        </pc:spChg>
        <pc:spChg chg="mod">
          <ac:chgData name="" userId="f192238287e27194" providerId="LiveId" clId="{076185F6-03EE-48B3-B51D-12DE4E77E9E3}" dt="2025-10-01T14:39:41.331" v="2447" actId="1076"/>
          <ac:spMkLst>
            <pc:docMk/>
            <pc:sldMk cId="418035717" sldId="263"/>
            <ac:spMk id="11" creationId="{6F8A96DE-E2E5-4FEB-AEC5-67C3536C3872}"/>
          </ac:spMkLst>
        </pc:spChg>
        <pc:spChg chg="del">
          <ac:chgData name="" userId="f192238287e27194" providerId="LiveId" clId="{076185F6-03EE-48B3-B51D-12DE4E77E9E3}" dt="2025-10-01T14:32:42.667" v="1637" actId="478"/>
          <ac:spMkLst>
            <pc:docMk/>
            <pc:sldMk cId="418035717" sldId="263"/>
            <ac:spMk id="28" creationId="{C518AB8B-2398-425C-906D-5C7AAA555D44}"/>
          </ac:spMkLst>
        </pc:spChg>
        <pc:spChg chg="del">
          <ac:chgData name="" userId="f192238287e27194" providerId="LiveId" clId="{076185F6-03EE-48B3-B51D-12DE4E77E9E3}" dt="2025-10-01T14:32:42.667" v="1637" actId="478"/>
          <ac:spMkLst>
            <pc:docMk/>
            <pc:sldMk cId="418035717" sldId="263"/>
            <ac:spMk id="30" creationId="{C6C583EB-0683-456C-A9B6-CC369A5DBA67}"/>
          </ac:spMkLst>
        </pc:spChg>
        <pc:spChg chg="del">
          <ac:chgData name="" userId="f192238287e27194" providerId="LiveId" clId="{076185F6-03EE-48B3-B51D-12DE4E77E9E3}" dt="2025-10-01T14:32:42.667" v="1637" actId="478"/>
          <ac:spMkLst>
            <pc:docMk/>
            <pc:sldMk cId="418035717" sldId="263"/>
            <ac:spMk id="32" creationId="{9B0949C8-56AA-4EDC-9696-E4FB2D9F1955}"/>
          </ac:spMkLst>
        </pc:spChg>
        <pc:spChg chg="del">
          <ac:chgData name="" userId="f192238287e27194" providerId="LiveId" clId="{076185F6-03EE-48B3-B51D-12DE4E77E9E3}" dt="2025-10-01T14:32:42.667" v="1637" actId="478"/>
          <ac:spMkLst>
            <pc:docMk/>
            <pc:sldMk cId="418035717" sldId="263"/>
            <ac:spMk id="34" creationId="{F6C304A5-8A7B-4D57-8706-89D10E0F3754}"/>
          </ac:spMkLst>
        </pc:spChg>
        <pc:spChg chg="del">
          <ac:chgData name="" userId="f192238287e27194" providerId="LiveId" clId="{076185F6-03EE-48B3-B51D-12DE4E77E9E3}" dt="2025-10-01T14:32:42.667" v="1637" actId="478"/>
          <ac:spMkLst>
            <pc:docMk/>
            <pc:sldMk cId="418035717" sldId="263"/>
            <ac:spMk id="38" creationId="{A88C2930-3C12-460B-993C-7BEE6F6419DB}"/>
          </ac:spMkLst>
        </pc:spChg>
        <pc:spChg chg="del">
          <ac:chgData name="" userId="f192238287e27194" providerId="LiveId" clId="{076185F6-03EE-48B3-B51D-12DE4E77E9E3}" dt="2025-10-01T14:32:42.667" v="1637" actId="478"/>
          <ac:spMkLst>
            <pc:docMk/>
            <pc:sldMk cId="418035717" sldId="263"/>
            <ac:spMk id="39" creationId="{9445B5AA-0F2E-4D09-8045-63DBD1EAFB4D}"/>
          </ac:spMkLst>
        </pc:spChg>
        <pc:spChg chg="del">
          <ac:chgData name="" userId="f192238287e27194" providerId="LiveId" clId="{076185F6-03EE-48B3-B51D-12DE4E77E9E3}" dt="2025-10-01T14:32:42.667" v="1637" actId="478"/>
          <ac:spMkLst>
            <pc:docMk/>
            <pc:sldMk cId="418035717" sldId="263"/>
            <ac:spMk id="41" creationId="{81637BB7-10EF-4AA5-9130-F9688A6CE475}"/>
          </ac:spMkLst>
        </pc:spChg>
        <pc:grpChg chg="del">
          <ac:chgData name="" userId="f192238287e27194" providerId="LiveId" clId="{076185F6-03EE-48B3-B51D-12DE4E77E9E3}" dt="2025-10-01T14:32:42.667" v="1637" actId="478"/>
          <ac:grpSpMkLst>
            <pc:docMk/>
            <pc:sldMk cId="418035717" sldId="263"/>
            <ac:grpSpMk id="3" creationId="{5ED13113-4171-4D88-805E-FC5787374CF4}"/>
          </ac:grpSpMkLst>
        </pc:grpChg>
        <pc:grpChg chg="del">
          <ac:chgData name="" userId="f192238287e27194" providerId="LiveId" clId="{076185F6-03EE-48B3-B51D-12DE4E77E9E3}" dt="2025-10-01T14:32:42.667" v="1637" actId="478"/>
          <ac:grpSpMkLst>
            <pc:docMk/>
            <pc:sldMk cId="418035717" sldId="263"/>
            <ac:grpSpMk id="44" creationId="{AFD2CFF3-5FF7-486C-8B0C-6ADDB9C5CD57}"/>
          </ac:grpSpMkLst>
        </pc:grpChg>
        <pc:grpChg chg="del">
          <ac:chgData name="" userId="f192238287e27194" providerId="LiveId" clId="{076185F6-03EE-48B3-B51D-12DE4E77E9E3}" dt="2025-10-01T14:32:42.667" v="1637" actId="478"/>
          <ac:grpSpMkLst>
            <pc:docMk/>
            <pc:sldMk cId="418035717" sldId="263"/>
            <ac:grpSpMk id="47" creationId="{CB8635F0-D3D6-4E26-B90B-DFCC5A892C17}"/>
          </ac:grpSpMkLst>
        </pc:grpChg>
        <pc:grpChg chg="del">
          <ac:chgData name="" userId="f192238287e27194" providerId="LiveId" clId="{076185F6-03EE-48B3-B51D-12DE4E77E9E3}" dt="2025-10-01T14:32:42.667" v="1637" actId="478"/>
          <ac:grpSpMkLst>
            <pc:docMk/>
            <pc:sldMk cId="418035717" sldId="263"/>
            <ac:grpSpMk id="52" creationId="{6592931C-60EF-4283-8547-F6AB4098FD51}"/>
          </ac:grpSpMkLst>
        </pc:grpChg>
        <pc:grpChg chg="del">
          <ac:chgData name="" userId="f192238287e27194" providerId="LiveId" clId="{076185F6-03EE-48B3-B51D-12DE4E77E9E3}" dt="2025-10-01T14:32:42.667" v="1637" actId="478"/>
          <ac:grpSpMkLst>
            <pc:docMk/>
            <pc:sldMk cId="418035717" sldId="263"/>
            <ac:grpSpMk id="67" creationId="{8E3D11DE-EC8F-41CB-AA9C-67309B345919}"/>
          </ac:grpSpMkLst>
        </pc:grpChg>
        <pc:grpChg chg="del">
          <ac:chgData name="" userId="f192238287e27194" providerId="LiveId" clId="{076185F6-03EE-48B3-B51D-12DE4E77E9E3}" dt="2025-10-01T14:32:42.667" v="1637" actId="478"/>
          <ac:grpSpMkLst>
            <pc:docMk/>
            <pc:sldMk cId="418035717" sldId="263"/>
            <ac:grpSpMk id="70" creationId="{8DF1ABA5-D0B7-4C48-840B-A5488C163934}"/>
          </ac:grpSpMkLst>
        </pc:grpChg>
      </pc:sldChg>
      <pc:sldChg chg="addSp delSp modSp">
        <pc:chgData name="" userId="f192238287e27194" providerId="LiveId" clId="{076185F6-03EE-48B3-B51D-12DE4E77E9E3}" dt="2025-11-12T12:39:52.482" v="7738" actId="1076"/>
        <pc:sldMkLst>
          <pc:docMk/>
          <pc:sldMk cId="1492621883" sldId="264"/>
        </pc:sldMkLst>
        <pc:spChg chg="mod">
          <ac:chgData name="" userId="f192238287e27194" providerId="LiveId" clId="{076185F6-03EE-48B3-B51D-12DE4E77E9E3}" dt="2025-11-10T12:10:32.800" v="4820" actId="14100"/>
          <ac:spMkLst>
            <pc:docMk/>
            <pc:sldMk cId="1492621883" sldId="264"/>
            <ac:spMk id="4" creationId="{D74462C0-50C9-46EB-B532-2ADE9DC0DB80}"/>
          </ac:spMkLst>
        </pc:spChg>
        <pc:spChg chg="mod">
          <ac:chgData name="" userId="f192238287e27194" providerId="LiveId" clId="{076185F6-03EE-48B3-B51D-12DE4E77E9E3}" dt="2025-11-10T12:09:16.796" v="4814" actId="1076"/>
          <ac:spMkLst>
            <pc:docMk/>
            <pc:sldMk cId="1492621883" sldId="264"/>
            <ac:spMk id="11" creationId="{6F8A96DE-E2E5-4FEB-AEC5-67C3536C3872}"/>
          </ac:spMkLst>
        </pc:spChg>
        <pc:spChg chg="add mod ord">
          <ac:chgData name="" userId="f192238287e27194" providerId="LiveId" clId="{076185F6-03EE-48B3-B51D-12DE4E77E9E3}" dt="2025-10-16T16:38:42.989" v="3720" actId="1076"/>
          <ac:spMkLst>
            <pc:docMk/>
            <pc:sldMk cId="1492621883" sldId="264"/>
            <ac:spMk id="15" creationId="{7F6BE4E3-25AF-4589-B216-79B1067F628F}"/>
          </ac:spMkLst>
        </pc:spChg>
        <pc:spChg chg="add mod">
          <ac:chgData name="" userId="f192238287e27194" providerId="LiveId" clId="{076185F6-03EE-48B3-B51D-12DE4E77E9E3}" dt="2025-10-16T16:32:31.481" v="3611"/>
          <ac:spMkLst>
            <pc:docMk/>
            <pc:sldMk cId="1492621883" sldId="264"/>
            <ac:spMk id="26" creationId="{D8742F89-6106-42FA-B872-5C2513131D9C}"/>
          </ac:spMkLst>
        </pc:spChg>
        <pc:spChg chg="add mod">
          <ac:chgData name="" userId="f192238287e27194" providerId="LiveId" clId="{076185F6-03EE-48B3-B51D-12DE4E77E9E3}" dt="2025-10-16T16:32:31.481" v="3611"/>
          <ac:spMkLst>
            <pc:docMk/>
            <pc:sldMk cId="1492621883" sldId="264"/>
            <ac:spMk id="27" creationId="{3E688B05-3A55-4E36-BCCE-B65DB334A751}"/>
          </ac:spMkLst>
        </pc:spChg>
        <pc:spChg chg="add mod">
          <ac:chgData name="" userId="f192238287e27194" providerId="LiveId" clId="{076185F6-03EE-48B3-B51D-12DE4E77E9E3}" dt="2025-10-16T16:38:48.945" v="3722" actId="1076"/>
          <ac:spMkLst>
            <pc:docMk/>
            <pc:sldMk cId="1492621883" sldId="264"/>
            <ac:spMk id="34" creationId="{474AE2B5-5484-4DA7-89F5-7E9300683AC8}"/>
          </ac:spMkLst>
        </pc:spChg>
        <pc:spChg chg="mod topLvl">
          <ac:chgData name="" userId="f192238287e27194" providerId="LiveId" clId="{076185F6-03EE-48B3-B51D-12DE4E77E9E3}" dt="2025-11-10T12:29:38.308" v="6062" actId="14100"/>
          <ac:spMkLst>
            <pc:docMk/>
            <pc:sldMk cId="1492621883" sldId="264"/>
            <ac:spMk id="35" creationId="{2452239E-4FC4-475B-AD8A-21674718F8DA}"/>
          </ac:spMkLst>
        </pc:spChg>
        <pc:spChg chg="mod topLvl">
          <ac:chgData name="" userId="f192238287e27194" providerId="LiveId" clId="{076185F6-03EE-48B3-B51D-12DE4E77E9E3}" dt="2025-11-11T20:01:38.999" v="7599" actId="14100"/>
          <ac:spMkLst>
            <pc:docMk/>
            <pc:sldMk cId="1492621883" sldId="264"/>
            <ac:spMk id="36" creationId="{AEF28FBC-E05B-4594-8789-A8C2460DF316}"/>
          </ac:spMkLst>
        </pc:spChg>
        <pc:spChg chg="add mod">
          <ac:chgData name="" userId="f192238287e27194" providerId="LiveId" clId="{076185F6-03EE-48B3-B51D-12DE4E77E9E3}" dt="2025-10-16T16:39:56.945" v="3734" actId="14100"/>
          <ac:spMkLst>
            <pc:docMk/>
            <pc:sldMk cId="1492621883" sldId="264"/>
            <ac:spMk id="37" creationId="{7701F848-8DF9-4CB0-9B4A-796BC987A728}"/>
          </ac:spMkLst>
        </pc:spChg>
        <pc:spChg chg="add mod">
          <ac:chgData name="" userId="f192238287e27194" providerId="LiveId" clId="{076185F6-03EE-48B3-B51D-12DE4E77E9E3}" dt="2025-10-16T16:40:05.596" v="3735" actId="1076"/>
          <ac:spMkLst>
            <pc:docMk/>
            <pc:sldMk cId="1492621883" sldId="264"/>
            <ac:spMk id="38" creationId="{31B10D86-0CD8-401F-A8CC-2A4000143F48}"/>
          </ac:spMkLst>
        </pc:spChg>
        <pc:spChg chg="add mod">
          <ac:chgData name="" userId="f192238287e27194" providerId="LiveId" clId="{076185F6-03EE-48B3-B51D-12DE4E77E9E3}" dt="2025-10-16T16:40:11.396" v="3736" actId="1076"/>
          <ac:spMkLst>
            <pc:docMk/>
            <pc:sldMk cId="1492621883" sldId="264"/>
            <ac:spMk id="39" creationId="{2507B1C9-6606-462E-BDB6-31549E06FC56}"/>
          </ac:spMkLst>
        </pc:spChg>
        <pc:spChg chg="mod topLvl">
          <ac:chgData name="" userId="f192238287e27194" providerId="LiveId" clId="{076185F6-03EE-48B3-B51D-12DE4E77E9E3}" dt="2025-11-10T12:29:39.865" v="6063" actId="14100"/>
          <ac:spMkLst>
            <pc:docMk/>
            <pc:sldMk cId="1492621883" sldId="264"/>
            <ac:spMk id="40" creationId="{314598B5-F296-441C-9184-7407146DEDE4}"/>
          </ac:spMkLst>
        </pc:spChg>
        <pc:spChg chg="mod topLvl">
          <ac:chgData name="" userId="f192238287e27194" providerId="LiveId" clId="{076185F6-03EE-48B3-B51D-12DE4E77E9E3}" dt="2025-11-10T12:29:36.217" v="6060" actId="14100"/>
          <ac:spMkLst>
            <pc:docMk/>
            <pc:sldMk cId="1492621883" sldId="264"/>
            <ac:spMk id="42" creationId="{7D58D5EE-3045-48D0-BCDA-6D08DD524C58}"/>
          </ac:spMkLst>
        </pc:spChg>
        <pc:spChg chg="mod topLvl">
          <ac:chgData name="" userId="f192238287e27194" providerId="LiveId" clId="{076185F6-03EE-48B3-B51D-12DE4E77E9E3}" dt="2025-11-12T12:39:52.482" v="7738" actId="1076"/>
          <ac:spMkLst>
            <pc:docMk/>
            <pc:sldMk cId="1492621883" sldId="264"/>
            <ac:spMk id="43" creationId="{C03D1D2E-A615-41C0-BFAF-FD8A7038502A}"/>
          </ac:spMkLst>
        </pc:spChg>
        <pc:spChg chg="mod topLvl">
          <ac:chgData name="" userId="f192238287e27194" providerId="LiveId" clId="{076185F6-03EE-48B3-B51D-12DE4E77E9E3}" dt="2025-11-10T12:30:16.203" v="6073" actId="1076"/>
          <ac:spMkLst>
            <pc:docMk/>
            <pc:sldMk cId="1492621883" sldId="264"/>
            <ac:spMk id="49" creationId="{79CEE592-F198-46AB-81D8-AE0C2F75CECD}"/>
          </ac:spMkLst>
        </pc:spChg>
        <pc:spChg chg="mod topLvl">
          <ac:chgData name="" userId="f192238287e27194" providerId="LiveId" clId="{076185F6-03EE-48B3-B51D-12DE4E77E9E3}" dt="2025-11-11T20:01:05.512" v="7587" actId="14100"/>
          <ac:spMkLst>
            <pc:docMk/>
            <pc:sldMk cId="1492621883" sldId="264"/>
            <ac:spMk id="54" creationId="{18AF8FC4-E55E-482B-9BB9-659C5BEE8E91}"/>
          </ac:spMkLst>
        </pc:spChg>
        <pc:spChg chg="mod topLvl">
          <ac:chgData name="" userId="f192238287e27194" providerId="LiveId" clId="{076185F6-03EE-48B3-B51D-12DE4E77E9E3}" dt="2025-11-11T20:01:30.961" v="7598" actId="20577"/>
          <ac:spMkLst>
            <pc:docMk/>
            <pc:sldMk cId="1492621883" sldId="264"/>
            <ac:spMk id="55" creationId="{4AA66BB1-023F-4935-BFAD-DE57457BA287}"/>
          </ac:spMkLst>
        </pc:spChg>
        <pc:spChg chg="mod topLvl">
          <ac:chgData name="" userId="f192238287e27194" providerId="LiveId" clId="{076185F6-03EE-48B3-B51D-12DE4E77E9E3}" dt="2025-11-10T12:30:01.883" v="6069" actId="14100"/>
          <ac:spMkLst>
            <pc:docMk/>
            <pc:sldMk cId="1492621883" sldId="264"/>
            <ac:spMk id="57" creationId="{997A8325-3C99-4A8B-9E26-B25525DEEFFF}"/>
          </ac:spMkLst>
        </pc:spChg>
        <pc:spChg chg="mod topLvl">
          <ac:chgData name="" userId="f192238287e27194" providerId="LiveId" clId="{076185F6-03EE-48B3-B51D-12DE4E77E9E3}" dt="2025-11-11T20:01:56.341" v="7600" actId="14100"/>
          <ac:spMkLst>
            <pc:docMk/>
            <pc:sldMk cId="1492621883" sldId="264"/>
            <ac:spMk id="58" creationId="{61C482C5-78AE-4C4A-9AF7-6257A4297116}"/>
          </ac:spMkLst>
        </pc:spChg>
        <pc:spChg chg="mod topLvl">
          <ac:chgData name="" userId="f192238287e27194" providerId="LiveId" clId="{076185F6-03EE-48B3-B51D-12DE4E77E9E3}" dt="2025-11-10T12:29:53.975" v="6066" actId="14100"/>
          <ac:spMkLst>
            <pc:docMk/>
            <pc:sldMk cId="1492621883" sldId="264"/>
            <ac:spMk id="60" creationId="{8D84C91C-5D3B-4B95-9746-AC45F9C69EDA}"/>
          </ac:spMkLst>
        </pc:spChg>
        <pc:spChg chg="mod topLvl">
          <ac:chgData name="" userId="f192238287e27194" providerId="LiveId" clId="{076185F6-03EE-48B3-B51D-12DE4E77E9E3}" dt="2025-11-10T12:29:56.373" v="6067" actId="14100"/>
          <ac:spMkLst>
            <pc:docMk/>
            <pc:sldMk cId="1492621883" sldId="264"/>
            <ac:spMk id="61" creationId="{7DDFE937-49F9-4B03-8C9A-4D7F0F0A8D71}"/>
          </ac:spMkLst>
        </pc:spChg>
        <pc:grpChg chg="add del mod">
          <ac:chgData name="" userId="f192238287e27194" providerId="LiveId" clId="{076185F6-03EE-48B3-B51D-12DE4E77E9E3}" dt="2025-10-16T16:47:41.074" v="3764" actId="165"/>
          <ac:grpSpMkLst>
            <pc:docMk/>
            <pc:sldMk cId="1492621883" sldId="264"/>
            <ac:grpSpMk id="3" creationId="{168DE62F-E4A2-4784-B376-E5CB30AFA5B6}"/>
          </ac:grpSpMkLst>
        </pc:grpChg>
        <pc:grpChg chg="add del mod">
          <ac:chgData name="" userId="f192238287e27194" providerId="LiveId" clId="{076185F6-03EE-48B3-B51D-12DE4E77E9E3}" dt="2025-10-16T16:47:41.074" v="3764" actId="165"/>
          <ac:grpSpMkLst>
            <pc:docMk/>
            <pc:sldMk cId="1492621883" sldId="264"/>
            <ac:grpSpMk id="6" creationId="{CC2F619E-3C06-4FAA-B9C6-FF031A9DC24D}"/>
          </ac:grpSpMkLst>
        </pc:grpChg>
        <pc:grpChg chg="add del mod">
          <ac:chgData name="" userId="f192238287e27194" providerId="LiveId" clId="{076185F6-03EE-48B3-B51D-12DE4E77E9E3}" dt="2025-10-16T16:47:41.074" v="3764" actId="165"/>
          <ac:grpSpMkLst>
            <pc:docMk/>
            <pc:sldMk cId="1492621883" sldId="264"/>
            <ac:grpSpMk id="7" creationId="{43D5AF16-F804-4AB2-8C2B-27F0BB5C033F}"/>
          </ac:grpSpMkLst>
        </pc:grpChg>
        <pc:grpChg chg="add del mod">
          <ac:chgData name="" userId="f192238287e27194" providerId="LiveId" clId="{076185F6-03EE-48B3-B51D-12DE4E77E9E3}" dt="2025-10-16T16:47:41.074" v="3764" actId="165"/>
          <ac:grpSpMkLst>
            <pc:docMk/>
            <pc:sldMk cId="1492621883" sldId="264"/>
            <ac:grpSpMk id="12" creationId="{A5E07276-9D58-461B-AAE4-C424DA066F3A}"/>
          </ac:grpSpMkLst>
        </pc:grpChg>
        <pc:grpChg chg="add del mod">
          <ac:chgData name="" userId="f192238287e27194" providerId="LiveId" clId="{076185F6-03EE-48B3-B51D-12DE4E77E9E3}" dt="2025-10-16T16:47:41.074" v="3764" actId="165"/>
          <ac:grpSpMkLst>
            <pc:docMk/>
            <pc:sldMk cId="1492621883" sldId="264"/>
            <ac:grpSpMk id="13" creationId="{EC08743E-EB3D-4457-834A-39AB7F18717B}"/>
          </ac:grpSpMkLst>
        </pc:grpChg>
        <pc:grpChg chg="add del mod">
          <ac:chgData name="" userId="f192238287e27194" providerId="LiveId" clId="{076185F6-03EE-48B3-B51D-12DE4E77E9E3}" dt="2025-10-16T16:47:41.074" v="3764" actId="165"/>
          <ac:grpSpMkLst>
            <pc:docMk/>
            <pc:sldMk cId="1492621883" sldId="264"/>
            <ac:grpSpMk id="14" creationId="{F710F315-3D0E-44AF-B465-2E2A81742882}"/>
          </ac:grpSpMkLst>
        </pc:grpChg>
        <pc:cxnChg chg="del mod">
          <ac:chgData name="" userId="f192238287e27194" providerId="LiveId" clId="{076185F6-03EE-48B3-B51D-12DE4E77E9E3}" dt="2025-10-16T16:32:52.896" v="3620" actId="478"/>
          <ac:cxnSpMkLst>
            <pc:docMk/>
            <pc:sldMk cId="1492621883" sldId="264"/>
            <ac:cxnSpMk id="8" creationId="{A1FE7ACB-72D2-4D26-8ED9-7C0FFC4F0BB0}"/>
          </ac:cxnSpMkLst>
        </pc:cxnChg>
        <pc:cxnChg chg="del">
          <ac:chgData name="" userId="f192238287e27194" providerId="LiveId" clId="{076185F6-03EE-48B3-B51D-12DE4E77E9E3}" dt="2025-10-16T16:33:02.923" v="3623" actId="478"/>
          <ac:cxnSpMkLst>
            <pc:docMk/>
            <pc:sldMk cId="1492621883" sldId="264"/>
            <ac:cxnSpMk id="62" creationId="{7FAD5C47-F487-48B8-BF66-40770E00876F}"/>
          </ac:cxnSpMkLst>
        </pc:cxnChg>
        <pc:cxnChg chg="del">
          <ac:chgData name="" userId="f192238287e27194" providerId="LiveId" clId="{076185F6-03EE-48B3-B51D-12DE4E77E9E3}" dt="2025-10-16T16:33:15.043" v="3630" actId="478"/>
          <ac:cxnSpMkLst>
            <pc:docMk/>
            <pc:sldMk cId="1492621883" sldId="264"/>
            <ac:cxnSpMk id="63" creationId="{2871576D-F281-465C-9E2F-BA72783AD8BB}"/>
          </ac:cxnSpMkLst>
        </pc:cxnChg>
        <pc:cxnChg chg="del">
          <ac:chgData name="" userId="f192238287e27194" providerId="LiveId" clId="{076185F6-03EE-48B3-B51D-12DE4E77E9E3}" dt="2025-10-16T16:33:14.236" v="3629" actId="478"/>
          <ac:cxnSpMkLst>
            <pc:docMk/>
            <pc:sldMk cId="1492621883" sldId="264"/>
            <ac:cxnSpMk id="64" creationId="{4CE64FDC-8711-40DA-8CD1-96F4231CA360}"/>
          </ac:cxnSpMkLst>
        </pc:cxnChg>
        <pc:cxnChg chg="del">
          <ac:chgData name="" userId="f192238287e27194" providerId="LiveId" clId="{076185F6-03EE-48B3-B51D-12DE4E77E9E3}" dt="2025-10-16T16:33:13.290" v="3628" actId="478"/>
          <ac:cxnSpMkLst>
            <pc:docMk/>
            <pc:sldMk cId="1492621883" sldId="264"/>
            <ac:cxnSpMk id="65" creationId="{DF019D02-BCB2-43D2-8351-4FC36E60F71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82588-D5FD-4352-8153-0739FEF60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466879-D250-4EA8-958E-BFBDDA13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FD793-72D0-4E7A-9A20-6C3E1464C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B8DC5-F38C-4D99-AA6E-ED26710E0574}" type="datetimeFigureOut">
              <a:rPr lang="en-PK" smtClean="0"/>
              <a:t>11/12/2025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CE09C-5972-409D-A46A-2FCA41648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896EE-8904-4837-ACFE-6E083C830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25E8E-CA6D-4636-90F6-1BF7506E8EC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16889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7653A-14FB-41C4-9DB2-39B90A5B6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20F5B-F7D7-4B6A-A42E-020633122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9D769-71C0-40B0-81BF-623FCDC5E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B8DC5-F38C-4D99-AA6E-ED26710E0574}" type="datetimeFigureOut">
              <a:rPr lang="en-PK" smtClean="0"/>
              <a:t>11/12/2025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5983C-7A9A-4624-927F-4A56DE033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82ED2-849D-4A1B-86C7-2A0FDA020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25E8E-CA6D-4636-90F6-1BF7506E8EC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8395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F44A1-F08E-4FF6-9916-A555117AA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005EC-1892-419D-B1AE-7B0DAE232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33E54-11C0-4996-850F-2DD75AB3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B8DC5-F38C-4D99-AA6E-ED26710E0574}" type="datetimeFigureOut">
              <a:rPr lang="en-PK" smtClean="0"/>
              <a:t>11/12/2025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B5106-779C-41E5-94F4-A1E24255B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95AB4-F0B2-4BB4-8DD8-81FD699AA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25E8E-CA6D-4636-90F6-1BF7506E8EC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09279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305B9-CAFE-4CA2-BFFA-17FA2C163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9D639-6EBD-47F2-903F-4ED44336ED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4C8CA-87E9-4464-B9CA-F20FC2D219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0D238-B036-4288-8008-38F73FF6D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B8DC5-F38C-4D99-AA6E-ED26710E0574}" type="datetimeFigureOut">
              <a:rPr lang="en-PK" smtClean="0"/>
              <a:t>11/12/2025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D11F3-4A9E-4753-BCFC-FEB180B5D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AE8AD-6E60-43FE-8F61-DD0E50827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25E8E-CA6D-4636-90F6-1BF7506E8EC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171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60706-212A-41B1-87C1-DFD2B8950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5D418-41A3-4CBA-A328-1CBC3D52D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37E3E4-FCED-4B71-B9C3-9ED505611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338496-4C5C-435A-B470-401D777950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AD3A52-A42A-4C90-AEF0-F5DDCCE1DA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E18B9-C6D9-4185-BB7C-7B685D391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B8DC5-F38C-4D99-AA6E-ED26710E0574}" type="datetimeFigureOut">
              <a:rPr lang="en-PK" smtClean="0"/>
              <a:t>11/12/2025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15B6EE-702E-4E2D-A171-EEB419781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ABFC04-32E3-4A9E-A03B-7CDA8B3FB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25E8E-CA6D-4636-90F6-1BF7506E8EC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47055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F2AB7-C358-4B43-9300-FF9BFBFAA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311DBA-9183-4ECD-A711-62AE3542E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B8DC5-F38C-4D99-AA6E-ED26710E0574}" type="datetimeFigureOut">
              <a:rPr lang="en-PK" smtClean="0"/>
              <a:t>11/12/2025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CAB998-37A4-474D-A626-4FF233D9E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809F3F-8E38-4F05-B555-DDB15B364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25E8E-CA6D-4636-90F6-1BF7506E8EC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01628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DCF7D8-F338-4F7C-B8A6-347CDF4C3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B8DC5-F38C-4D99-AA6E-ED26710E0574}" type="datetimeFigureOut">
              <a:rPr lang="en-PK" smtClean="0"/>
              <a:t>11/12/2025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D8EB49-70C4-43DD-BFEF-7775C7592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97219-1774-4D1E-B588-90FB9D85B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25E8E-CA6D-4636-90F6-1BF7506E8EC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779334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E53F-2357-49B2-A96F-DCF5599A8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26629-C31A-4D8C-9095-F3F153D4D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1352E2-AD70-4A4C-8FC3-F0118A41C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59AD8A-D2E8-4F00-B698-E2E0B28FC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B8DC5-F38C-4D99-AA6E-ED26710E0574}" type="datetimeFigureOut">
              <a:rPr lang="en-PK" smtClean="0"/>
              <a:t>11/12/2025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412CFF-4BC4-4036-B456-714DEB6F5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C33B8E-33F7-4990-B75F-A38E508EC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25E8E-CA6D-4636-90F6-1BF7506E8EC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96148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629FA-B8EF-4723-9F83-1F1EA318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01A942-77F8-4253-A119-CABE43938A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3ADB2F-50BD-4BA9-9F1D-ECCB9AA30D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BCB12-A07A-4419-A842-C8F17C4F4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B8DC5-F38C-4D99-AA6E-ED26710E0574}" type="datetimeFigureOut">
              <a:rPr lang="en-PK" smtClean="0"/>
              <a:t>11/12/2025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F633C-8841-455E-B2C1-670F1746E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FDD378-6AEF-4DA2-9849-CFB50A868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25E8E-CA6D-4636-90F6-1BF7506E8EC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16345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566B7-6755-4B04-989B-5D957137B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C49CF7-53BD-4044-84A7-ECA170B1F8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5CBBF-F6D1-4A6F-9158-D71469B40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B8DC5-F38C-4D99-AA6E-ED26710E0574}" type="datetimeFigureOut">
              <a:rPr lang="en-PK" smtClean="0"/>
              <a:t>11/12/2025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5AA22-72D0-4259-9C82-90A131F8B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5348E-1FC5-4B2F-A089-E12DFBC80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25E8E-CA6D-4636-90F6-1BF7506E8EC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15260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29DCFC-36DE-4A1C-B224-2920BD3F61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954081-96DF-4AFE-B326-CFA6AA69A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9FC93-6631-4D3A-BD8B-BE8EBBF2A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B8DC5-F38C-4D99-AA6E-ED26710E0574}" type="datetimeFigureOut">
              <a:rPr lang="en-PK" smtClean="0"/>
              <a:t>11/12/2025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A92DE-C972-4DA4-B9EA-AEEEADB2C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08070-1CF7-4BCA-950E-D0E728B1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25E8E-CA6D-4636-90F6-1BF7506E8EC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78508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C1CFDE-6588-4543-91BB-BFCF65DC4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58AACB-C02A-450E-A395-E7671FBA5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DD066-6A00-44C6-9CE8-83A23D0ED9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9B8DC5-F38C-4D99-AA6E-ED26710E0574}" type="datetimeFigureOut">
              <a:rPr lang="en-PK" smtClean="0"/>
              <a:t>11/12/2025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D9583-A87E-49C8-9B19-3C3B461F91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1785E-0E2C-4AB2-8C82-0BFAC97729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025E8E-CA6D-4636-90F6-1BF7506E8EC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13453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4462C0-50C9-46EB-B532-2ADE9DC0DB80}"/>
              </a:ext>
            </a:extLst>
          </p:cNvPr>
          <p:cNvSpPr/>
          <p:nvPr/>
        </p:nvSpPr>
        <p:spPr>
          <a:xfrm>
            <a:off x="-121024" y="0"/>
            <a:ext cx="12313024" cy="685800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E4EE83-45EC-473B-B99B-C05FCD8FC4F6}"/>
              </a:ext>
            </a:extLst>
          </p:cNvPr>
          <p:cNvSpPr txBox="1"/>
          <p:nvPr/>
        </p:nvSpPr>
        <p:spPr>
          <a:xfrm>
            <a:off x="2232212" y="2436877"/>
            <a:ext cx="7247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endParaRPr lang="en-PK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022995-581B-4796-B9D0-AE17946346E4}"/>
              </a:ext>
            </a:extLst>
          </p:cNvPr>
          <p:cNvSpPr txBox="1"/>
          <p:nvPr/>
        </p:nvSpPr>
        <p:spPr>
          <a:xfrm>
            <a:off x="2232212" y="3609730"/>
            <a:ext cx="72479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Mehnoor Fayyaz</a:t>
            </a:r>
          </a:p>
          <a:p>
            <a:pPr algn="ctr"/>
            <a:r>
              <a:rPr lang="en-GB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Roll# 2225165017</a:t>
            </a:r>
          </a:p>
          <a:p>
            <a:pPr algn="ctr"/>
            <a:r>
              <a:rPr lang="en-GB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BS Software Engineering - VII (Regular)</a:t>
            </a:r>
            <a:endParaRPr lang="en-PK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ircle: Hollow 8">
            <a:extLst>
              <a:ext uri="{FF2B5EF4-FFF2-40B4-BE49-F238E27FC236}">
                <a16:creationId xmlns:a16="http://schemas.microsoft.com/office/drawing/2014/main" id="{D2F77DD8-C456-481B-8B5A-4BA38D1AD51C}"/>
              </a:ext>
            </a:extLst>
          </p:cNvPr>
          <p:cNvSpPr/>
          <p:nvPr/>
        </p:nvSpPr>
        <p:spPr>
          <a:xfrm>
            <a:off x="-1089213" y="5428043"/>
            <a:ext cx="1815353" cy="1745158"/>
          </a:xfrm>
          <a:prstGeom prst="donut">
            <a:avLst>
              <a:gd name="adj" fmla="val 4722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10" name="Circle: Hollow 9">
            <a:extLst>
              <a:ext uri="{FF2B5EF4-FFF2-40B4-BE49-F238E27FC236}">
                <a16:creationId xmlns:a16="http://schemas.microsoft.com/office/drawing/2014/main" id="{0025D7EF-BFA9-4BBE-A09E-289FDD2B17FA}"/>
              </a:ext>
            </a:extLst>
          </p:cNvPr>
          <p:cNvSpPr/>
          <p:nvPr/>
        </p:nvSpPr>
        <p:spPr>
          <a:xfrm>
            <a:off x="11340352" y="1290086"/>
            <a:ext cx="1931895" cy="1888593"/>
          </a:xfrm>
          <a:prstGeom prst="donut">
            <a:avLst>
              <a:gd name="adj" fmla="val 4722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11" name="Circle: Hollow 10">
            <a:extLst>
              <a:ext uri="{FF2B5EF4-FFF2-40B4-BE49-F238E27FC236}">
                <a16:creationId xmlns:a16="http://schemas.microsoft.com/office/drawing/2014/main" id="{6F8A96DE-E2E5-4FEB-AEC5-67C3536C3872}"/>
              </a:ext>
            </a:extLst>
          </p:cNvPr>
          <p:cNvSpPr/>
          <p:nvPr/>
        </p:nvSpPr>
        <p:spPr>
          <a:xfrm rot="13471185">
            <a:off x="10661298" y="4309130"/>
            <a:ext cx="1053354" cy="1038525"/>
          </a:xfrm>
          <a:prstGeom prst="donut">
            <a:avLst>
              <a:gd name="adj" fmla="val 4722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12" name="Circle: Hollow 11">
            <a:extLst>
              <a:ext uri="{FF2B5EF4-FFF2-40B4-BE49-F238E27FC236}">
                <a16:creationId xmlns:a16="http://schemas.microsoft.com/office/drawing/2014/main" id="{FE032CBB-2B9F-4623-9B09-288E7D4D0594}"/>
              </a:ext>
            </a:extLst>
          </p:cNvPr>
          <p:cNvSpPr/>
          <p:nvPr/>
        </p:nvSpPr>
        <p:spPr>
          <a:xfrm>
            <a:off x="-1571066" y="-602423"/>
            <a:ext cx="1931895" cy="1888593"/>
          </a:xfrm>
          <a:prstGeom prst="donut">
            <a:avLst>
              <a:gd name="adj" fmla="val 4722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5FCF8F8-E760-4699-A082-526CA8E4AC33}"/>
              </a:ext>
            </a:extLst>
          </p:cNvPr>
          <p:cNvSpPr/>
          <p:nvPr/>
        </p:nvSpPr>
        <p:spPr>
          <a:xfrm>
            <a:off x="2607136" y="1209472"/>
            <a:ext cx="6370609" cy="926193"/>
          </a:xfrm>
          <a:prstGeom prst="roundRect">
            <a:avLst/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B38A71-6C63-4589-B29C-2FE56209BD54}"/>
              </a:ext>
            </a:extLst>
          </p:cNvPr>
          <p:cNvSpPr txBox="1"/>
          <p:nvPr/>
        </p:nvSpPr>
        <p:spPr>
          <a:xfrm>
            <a:off x="2232212" y="1264024"/>
            <a:ext cx="72479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Year Project Idea </a:t>
            </a:r>
            <a:endParaRPr lang="en-PK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5248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4462C0-50C9-46EB-B532-2ADE9DC0DB80}"/>
              </a:ext>
            </a:extLst>
          </p:cNvPr>
          <p:cNvSpPr/>
          <p:nvPr/>
        </p:nvSpPr>
        <p:spPr>
          <a:xfrm>
            <a:off x="0" y="-109154"/>
            <a:ext cx="12313024" cy="698060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E4EE83-45EC-473B-B99B-C05FCD8FC4F6}"/>
              </a:ext>
            </a:extLst>
          </p:cNvPr>
          <p:cNvSpPr txBox="1"/>
          <p:nvPr/>
        </p:nvSpPr>
        <p:spPr>
          <a:xfrm>
            <a:off x="4262207" y="1220369"/>
            <a:ext cx="32996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PrepWise</a:t>
            </a:r>
            <a:endParaRPr lang="en-PK" sz="8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ircle: Hollow 8">
            <a:extLst>
              <a:ext uri="{FF2B5EF4-FFF2-40B4-BE49-F238E27FC236}">
                <a16:creationId xmlns:a16="http://schemas.microsoft.com/office/drawing/2014/main" id="{D2F77DD8-C456-481B-8B5A-4BA38D1AD51C}"/>
              </a:ext>
            </a:extLst>
          </p:cNvPr>
          <p:cNvSpPr/>
          <p:nvPr/>
        </p:nvSpPr>
        <p:spPr>
          <a:xfrm>
            <a:off x="-1171881" y="4176072"/>
            <a:ext cx="1815353" cy="1745158"/>
          </a:xfrm>
          <a:prstGeom prst="donut">
            <a:avLst>
              <a:gd name="adj" fmla="val 4722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5E67359-D04F-4E95-9E3B-46A7E0D73251}"/>
              </a:ext>
            </a:extLst>
          </p:cNvPr>
          <p:cNvSpPr/>
          <p:nvPr/>
        </p:nvSpPr>
        <p:spPr>
          <a:xfrm>
            <a:off x="-94499" y="-109154"/>
            <a:ext cx="3546763" cy="926193"/>
          </a:xfrm>
          <a:prstGeom prst="roundRect">
            <a:avLst/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Circle: Hollow 9">
            <a:extLst>
              <a:ext uri="{FF2B5EF4-FFF2-40B4-BE49-F238E27FC236}">
                <a16:creationId xmlns:a16="http://schemas.microsoft.com/office/drawing/2014/main" id="{0025D7EF-BFA9-4BBE-A09E-289FDD2B17FA}"/>
              </a:ext>
            </a:extLst>
          </p:cNvPr>
          <p:cNvSpPr/>
          <p:nvPr/>
        </p:nvSpPr>
        <p:spPr>
          <a:xfrm>
            <a:off x="11480121" y="221191"/>
            <a:ext cx="1931895" cy="1888593"/>
          </a:xfrm>
          <a:prstGeom prst="donut">
            <a:avLst>
              <a:gd name="adj" fmla="val 4722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11" name="Circle: Hollow 10">
            <a:extLst>
              <a:ext uri="{FF2B5EF4-FFF2-40B4-BE49-F238E27FC236}">
                <a16:creationId xmlns:a16="http://schemas.microsoft.com/office/drawing/2014/main" id="{6F8A96DE-E2E5-4FEB-AEC5-67C3536C3872}"/>
              </a:ext>
            </a:extLst>
          </p:cNvPr>
          <p:cNvSpPr/>
          <p:nvPr/>
        </p:nvSpPr>
        <p:spPr>
          <a:xfrm>
            <a:off x="11665323" y="4176072"/>
            <a:ext cx="1053354" cy="1038525"/>
          </a:xfrm>
          <a:prstGeom prst="donut">
            <a:avLst>
              <a:gd name="adj" fmla="val 4722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B38A71-6C63-4589-B29C-2FE56209BD54}"/>
              </a:ext>
            </a:extLst>
          </p:cNvPr>
          <p:cNvSpPr txBox="1"/>
          <p:nvPr/>
        </p:nvSpPr>
        <p:spPr>
          <a:xfrm>
            <a:off x="-188997" y="0"/>
            <a:ext cx="37357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endParaRPr lang="en-PK" sz="4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D0AF22-2A14-4F8A-A937-29DC96865778}"/>
              </a:ext>
            </a:extLst>
          </p:cNvPr>
          <p:cNvSpPr txBox="1"/>
          <p:nvPr/>
        </p:nvSpPr>
        <p:spPr>
          <a:xfrm>
            <a:off x="1335333" y="3049659"/>
            <a:ext cx="9739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 Wise is a web-based quiz generator that creates personalized MCQs from students’ own study materials. It uses AI to provide topic-specific quizzes, difficulty levels, and instant feedback for smarter exam preparation.</a:t>
            </a:r>
            <a:endParaRPr lang="en-PK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CC79D1-3F9F-49BE-93DA-27791BE97178}"/>
              </a:ext>
            </a:extLst>
          </p:cNvPr>
          <p:cNvSpPr txBox="1"/>
          <p:nvPr/>
        </p:nvSpPr>
        <p:spPr>
          <a:xfrm>
            <a:off x="3310522" y="2316288"/>
            <a:ext cx="5612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Generative-AI Quiz Generator for Self Assessments</a:t>
            </a:r>
            <a:endParaRPr lang="en-PK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F1082A-875F-41FA-B47F-1D9189DB010F}"/>
              </a:ext>
            </a:extLst>
          </p:cNvPr>
          <p:cNvSpPr txBox="1"/>
          <p:nvPr/>
        </p:nvSpPr>
        <p:spPr>
          <a:xfrm>
            <a:off x="3951767" y="4539062"/>
            <a:ext cx="3735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Workflow</a:t>
            </a:r>
            <a:endParaRPr lang="en-PK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Arrow: Chevron 16">
            <a:extLst>
              <a:ext uri="{FF2B5EF4-FFF2-40B4-BE49-F238E27FC236}">
                <a16:creationId xmlns:a16="http://schemas.microsoft.com/office/drawing/2014/main" id="{2290C2BE-F61F-491C-909A-EDC48A88B0F4}"/>
              </a:ext>
            </a:extLst>
          </p:cNvPr>
          <p:cNvSpPr/>
          <p:nvPr/>
        </p:nvSpPr>
        <p:spPr>
          <a:xfrm>
            <a:off x="932018" y="5298400"/>
            <a:ext cx="3521832" cy="906236"/>
          </a:xfrm>
          <a:prstGeom prst="chevron">
            <a:avLst>
              <a:gd name="adj" fmla="val 55935"/>
            </a:avLst>
          </a:prstGeom>
          <a:gradFill flip="none" rotWithShape="1">
            <a:gsLst>
              <a:gs pos="0">
                <a:schemeClr val="tx1">
                  <a:alpha val="41000"/>
                </a:schemeClr>
              </a:gs>
              <a:gs pos="69000">
                <a:srgbClr val="800244">
                  <a:alpha val="7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BE8B15-9B0B-4513-BC5D-5B6D5D29B7C6}"/>
              </a:ext>
            </a:extLst>
          </p:cNvPr>
          <p:cNvSpPr txBox="1"/>
          <p:nvPr/>
        </p:nvSpPr>
        <p:spPr>
          <a:xfrm>
            <a:off x="1474515" y="5566083"/>
            <a:ext cx="2695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MCQ Quiz Generation</a:t>
            </a:r>
            <a:endParaRPr lang="en-PK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05B277A2-122C-41A3-BB32-1E8CEE9EF79C}"/>
              </a:ext>
            </a:extLst>
          </p:cNvPr>
          <p:cNvSpPr/>
          <p:nvPr/>
        </p:nvSpPr>
        <p:spPr>
          <a:xfrm>
            <a:off x="4062487" y="5294940"/>
            <a:ext cx="3406972" cy="906236"/>
          </a:xfrm>
          <a:prstGeom prst="chevron">
            <a:avLst>
              <a:gd name="adj" fmla="val 55935"/>
            </a:avLst>
          </a:prstGeom>
          <a:gradFill flip="none" rotWithShape="1">
            <a:gsLst>
              <a:gs pos="0">
                <a:schemeClr val="tx1">
                  <a:alpha val="41000"/>
                </a:schemeClr>
              </a:gs>
              <a:gs pos="69000">
                <a:srgbClr val="800244">
                  <a:alpha val="7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A7F3FF-34CC-4AB9-B55C-51D7BF110BE3}"/>
              </a:ext>
            </a:extLst>
          </p:cNvPr>
          <p:cNvSpPr txBox="1"/>
          <p:nvPr/>
        </p:nvSpPr>
        <p:spPr>
          <a:xfrm>
            <a:off x="4704386" y="5521120"/>
            <a:ext cx="24117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 attempt by User</a:t>
            </a:r>
            <a:endParaRPr lang="en-PK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C7C33C2C-25E9-4F94-9D64-E9987D0F062A}"/>
              </a:ext>
            </a:extLst>
          </p:cNvPr>
          <p:cNvSpPr/>
          <p:nvPr/>
        </p:nvSpPr>
        <p:spPr>
          <a:xfrm>
            <a:off x="7112936" y="5315959"/>
            <a:ext cx="3655030" cy="906236"/>
          </a:xfrm>
          <a:prstGeom prst="chevron">
            <a:avLst>
              <a:gd name="adj" fmla="val 55935"/>
            </a:avLst>
          </a:prstGeom>
          <a:gradFill flip="none" rotWithShape="1">
            <a:gsLst>
              <a:gs pos="0">
                <a:schemeClr val="tx1">
                  <a:alpha val="41000"/>
                </a:schemeClr>
              </a:gs>
              <a:gs pos="69000">
                <a:srgbClr val="800244">
                  <a:alpha val="76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4CA7DC-27CC-4B56-BF80-F630996E971F}"/>
              </a:ext>
            </a:extLst>
          </p:cNvPr>
          <p:cNvSpPr txBox="1"/>
          <p:nvPr/>
        </p:nvSpPr>
        <p:spPr>
          <a:xfrm>
            <a:off x="7838025" y="5412195"/>
            <a:ext cx="30504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Results, Performance </a:t>
            </a:r>
          </a:p>
          <a:p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Improvements</a:t>
            </a:r>
            <a:endParaRPr lang="en-PK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2764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4462C0-50C9-46EB-B532-2ADE9DC0DB80}"/>
              </a:ext>
            </a:extLst>
          </p:cNvPr>
          <p:cNvSpPr/>
          <p:nvPr/>
        </p:nvSpPr>
        <p:spPr>
          <a:xfrm>
            <a:off x="-94499" y="-3096"/>
            <a:ext cx="12313024" cy="6903941"/>
          </a:xfrm>
          <a:prstGeom prst="rect">
            <a:avLst/>
          </a:prstGeom>
          <a:ln/>
          <a:effectLst>
            <a:outerShdw blurRad="139700" dist="12700" dir="2700000" sy="-23000" kx="-800400" algn="bl" rotWithShape="0">
              <a:schemeClr val="bg1">
                <a:lumMod val="75000"/>
                <a:alpha val="28000"/>
              </a:scheme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9" name="Circle: Hollow 8">
            <a:extLst>
              <a:ext uri="{FF2B5EF4-FFF2-40B4-BE49-F238E27FC236}">
                <a16:creationId xmlns:a16="http://schemas.microsoft.com/office/drawing/2014/main" id="{D2F77DD8-C456-481B-8B5A-4BA38D1AD51C}"/>
              </a:ext>
            </a:extLst>
          </p:cNvPr>
          <p:cNvSpPr/>
          <p:nvPr/>
        </p:nvSpPr>
        <p:spPr>
          <a:xfrm>
            <a:off x="-1275165" y="851325"/>
            <a:ext cx="1815353" cy="1745158"/>
          </a:xfrm>
          <a:prstGeom prst="donut">
            <a:avLst>
              <a:gd name="adj" fmla="val 4722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5E67359-D04F-4E95-9E3B-46A7E0D73251}"/>
              </a:ext>
            </a:extLst>
          </p:cNvPr>
          <p:cNvSpPr/>
          <p:nvPr/>
        </p:nvSpPr>
        <p:spPr>
          <a:xfrm>
            <a:off x="-94499" y="-109154"/>
            <a:ext cx="4652644" cy="926193"/>
          </a:xfrm>
          <a:prstGeom prst="roundRect">
            <a:avLst/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Circle: Hollow 9">
            <a:extLst>
              <a:ext uri="{FF2B5EF4-FFF2-40B4-BE49-F238E27FC236}">
                <a16:creationId xmlns:a16="http://schemas.microsoft.com/office/drawing/2014/main" id="{0025D7EF-BFA9-4BBE-A09E-289FDD2B17FA}"/>
              </a:ext>
            </a:extLst>
          </p:cNvPr>
          <p:cNvSpPr/>
          <p:nvPr/>
        </p:nvSpPr>
        <p:spPr>
          <a:xfrm>
            <a:off x="11226052" y="-896876"/>
            <a:ext cx="1931895" cy="1888593"/>
          </a:xfrm>
          <a:prstGeom prst="donut">
            <a:avLst>
              <a:gd name="adj" fmla="val 4722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11" name="Circle: Hollow 10">
            <a:extLst>
              <a:ext uri="{FF2B5EF4-FFF2-40B4-BE49-F238E27FC236}">
                <a16:creationId xmlns:a16="http://schemas.microsoft.com/office/drawing/2014/main" id="{6F8A96DE-E2E5-4FEB-AEC5-67C3536C3872}"/>
              </a:ext>
            </a:extLst>
          </p:cNvPr>
          <p:cNvSpPr/>
          <p:nvPr/>
        </p:nvSpPr>
        <p:spPr>
          <a:xfrm>
            <a:off x="11973335" y="5542052"/>
            <a:ext cx="1432315" cy="1344939"/>
          </a:xfrm>
          <a:prstGeom prst="donut">
            <a:avLst>
              <a:gd name="adj" fmla="val 4722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B38A71-6C63-4589-B29C-2FE56209BD54}"/>
              </a:ext>
            </a:extLst>
          </p:cNvPr>
          <p:cNvSpPr txBox="1"/>
          <p:nvPr/>
        </p:nvSpPr>
        <p:spPr>
          <a:xfrm>
            <a:off x="-94499" y="0"/>
            <a:ext cx="4652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PK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D0AF22-2A14-4F8A-A937-29DC96865778}"/>
              </a:ext>
            </a:extLst>
          </p:cNvPr>
          <p:cNvSpPr txBox="1"/>
          <p:nvPr/>
        </p:nvSpPr>
        <p:spPr>
          <a:xfrm>
            <a:off x="3218665" y="1451536"/>
            <a:ext cx="8880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Entry-Test potential candidates often struggle to prepare effectively for exams why?</a:t>
            </a:r>
            <a:endParaRPr lang="en-GB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9B5CCA4-5C3B-48A4-9C63-77DB1813DB05}"/>
              </a:ext>
            </a:extLst>
          </p:cNvPr>
          <p:cNvSpPr/>
          <p:nvPr/>
        </p:nvSpPr>
        <p:spPr>
          <a:xfrm>
            <a:off x="3755489" y="2419862"/>
            <a:ext cx="7741430" cy="76799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tx1"/>
              </a:gs>
              <a:gs pos="36000">
                <a:srgbClr val="800244">
                  <a:alpha val="42000"/>
                </a:srgbClr>
              </a:gs>
              <a:gs pos="2000">
                <a:srgbClr val="800244">
                  <a:alpha val="4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C28837-0A55-401B-84A1-D8360E798F3E}"/>
              </a:ext>
            </a:extLst>
          </p:cNvPr>
          <p:cNvSpPr txBox="1"/>
          <p:nvPr/>
        </p:nvSpPr>
        <p:spPr>
          <a:xfrm>
            <a:off x="4101079" y="2475231"/>
            <a:ext cx="70196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PK" altLang="en-PK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Study materials are large and unstructured (PDFs, slides, documents</a:t>
            </a:r>
            <a:r>
              <a:rPr kumimoji="0" lang="en-GB" altLang="en-PK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text files</a:t>
            </a:r>
            <a:r>
              <a:rPr kumimoji="0" lang="en-PK" altLang="en-PK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GB" altLang="en-PK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entry tests are taken in MCQs form.</a:t>
            </a:r>
            <a:endParaRPr kumimoji="0" lang="en-PK" altLang="en-PK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6767B90-771D-45A6-97EF-C07864AD0473}"/>
              </a:ext>
            </a:extLst>
          </p:cNvPr>
          <p:cNvSpPr/>
          <p:nvPr/>
        </p:nvSpPr>
        <p:spPr>
          <a:xfrm>
            <a:off x="3755262" y="3380283"/>
            <a:ext cx="7860805" cy="720703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tx1"/>
              </a:gs>
              <a:gs pos="36000">
                <a:srgbClr val="800244">
                  <a:alpha val="42000"/>
                </a:srgbClr>
              </a:gs>
              <a:gs pos="2000">
                <a:srgbClr val="800244">
                  <a:alpha val="4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252AF1-4FC6-40DF-AE6E-697AC69ADB11}"/>
              </a:ext>
            </a:extLst>
          </p:cNvPr>
          <p:cNvSpPr txBox="1"/>
          <p:nvPr/>
        </p:nvSpPr>
        <p:spPr>
          <a:xfrm>
            <a:off x="4032577" y="3460126"/>
            <a:ext cx="7573661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PK" altLang="en-PK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practice quizzes manually is time-consuming and difficult</a:t>
            </a:r>
            <a:r>
              <a:rPr kumimoji="0" lang="en-PK" altLang="en-PK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DAC30CB-5DDA-4904-88CF-1757B35669E9}"/>
              </a:ext>
            </a:extLst>
          </p:cNvPr>
          <p:cNvSpPr/>
          <p:nvPr/>
        </p:nvSpPr>
        <p:spPr>
          <a:xfrm>
            <a:off x="3732884" y="4354877"/>
            <a:ext cx="7851731" cy="720704"/>
          </a:xfrm>
          <a:prstGeom prst="roundRect">
            <a:avLst>
              <a:gd name="adj" fmla="val 44252"/>
            </a:avLst>
          </a:prstGeom>
          <a:gradFill flip="none" rotWithShape="1">
            <a:gsLst>
              <a:gs pos="0">
                <a:schemeClr val="tx1"/>
              </a:gs>
              <a:gs pos="36000">
                <a:srgbClr val="800244">
                  <a:alpha val="42000"/>
                </a:srgbClr>
              </a:gs>
              <a:gs pos="2000">
                <a:srgbClr val="800244">
                  <a:alpha val="4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B3D41F-28CC-457D-9480-3F3EABBD73B7}"/>
              </a:ext>
            </a:extLst>
          </p:cNvPr>
          <p:cNvSpPr txBox="1"/>
          <p:nvPr/>
        </p:nvSpPr>
        <p:spPr>
          <a:xfrm>
            <a:off x="4011260" y="4375753"/>
            <a:ext cx="73291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PK" altLang="en-PK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quiz apps provide generic questions that do not align with a student’s actual study material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D420A9E-D81D-4031-B159-FF96793A53C6}"/>
              </a:ext>
            </a:extLst>
          </p:cNvPr>
          <p:cNvSpPr/>
          <p:nvPr/>
        </p:nvSpPr>
        <p:spPr>
          <a:xfrm>
            <a:off x="3745431" y="5361316"/>
            <a:ext cx="7860807" cy="720703"/>
          </a:xfrm>
          <a:prstGeom prst="roundRect">
            <a:avLst>
              <a:gd name="adj" fmla="val 45704"/>
            </a:avLst>
          </a:prstGeom>
          <a:gradFill flip="none" rotWithShape="1">
            <a:gsLst>
              <a:gs pos="0">
                <a:schemeClr val="tx1"/>
              </a:gs>
              <a:gs pos="36000">
                <a:srgbClr val="800244">
                  <a:alpha val="42000"/>
                </a:srgbClr>
              </a:gs>
              <a:gs pos="2000">
                <a:srgbClr val="800244">
                  <a:alpha val="4000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D8DF9F-C2E4-4927-9483-E9D5CE0044FE}"/>
              </a:ext>
            </a:extLst>
          </p:cNvPr>
          <p:cNvSpPr txBox="1"/>
          <p:nvPr/>
        </p:nvSpPr>
        <p:spPr>
          <a:xfrm>
            <a:off x="4025056" y="5443935"/>
            <a:ext cx="6703506" cy="4580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PK" altLang="en-PK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instant feedback reduces opportunities for improvement</a:t>
            </a:r>
            <a:r>
              <a:rPr kumimoji="0" lang="en-PK" altLang="en-PK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7D22730-B421-410B-8B0C-DCDB84C23E40}"/>
              </a:ext>
            </a:extLst>
          </p:cNvPr>
          <p:cNvSpPr/>
          <p:nvPr/>
        </p:nvSpPr>
        <p:spPr>
          <a:xfrm>
            <a:off x="968694" y="2409824"/>
            <a:ext cx="1057500" cy="64117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1"/>
              </a:gs>
              <a:gs pos="44000">
                <a:srgbClr val="800244">
                  <a:alpha val="43000"/>
                </a:srgbClr>
              </a:gs>
              <a:gs pos="2000">
                <a:srgbClr val="800244">
                  <a:alpha val="4000"/>
                </a:srgbClr>
              </a:gs>
            </a:gsLst>
            <a:lin ang="18900000" scaled="1"/>
          </a:gradFill>
          <a:ln>
            <a:noFill/>
          </a:ln>
          <a:effectLst>
            <a:outerShdw blurRad="177800" dist="12700" dir="2700000" sy="-23000" kx="-800400" algn="bl" rotWithShape="0">
              <a:schemeClr val="bg1">
                <a:lumMod val="75000"/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90E2E42-DD0E-4FA6-AA41-6FD1FDE9B98E}"/>
              </a:ext>
            </a:extLst>
          </p:cNvPr>
          <p:cNvSpPr/>
          <p:nvPr/>
        </p:nvSpPr>
        <p:spPr>
          <a:xfrm>
            <a:off x="973652" y="3459810"/>
            <a:ext cx="1057500" cy="64117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1"/>
              </a:gs>
              <a:gs pos="44000">
                <a:srgbClr val="800244">
                  <a:alpha val="43000"/>
                </a:srgbClr>
              </a:gs>
              <a:gs pos="2000">
                <a:srgbClr val="800244">
                  <a:alpha val="4000"/>
                </a:srgbClr>
              </a:gs>
            </a:gsLst>
            <a:lin ang="18900000" scaled="1"/>
          </a:gradFill>
          <a:ln>
            <a:noFill/>
          </a:ln>
          <a:effectLst>
            <a:outerShdw blurRad="177800" dist="12700" dir="2700000" sy="-23000" kx="-800400" algn="bl" rotWithShape="0">
              <a:schemeClr val="bg1">
                <a:lumMod val="75000"/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55F5816-1458-4129-9363-B410530E11A2}"/>
              </a:ext>
            </a:extLst>
          </p:cNvPr>
          <p:cNvSpPr/>
          <p:nvPr/>
        </p:nvSpPr>
        <p:spPr>
          <a:xfrm>
            <a:off x="964518" y="4524615"/>
            <a:ext cx="1057500" cy="64117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1"/>
              </a:gs>
              <a:gs pos="44000">
                <a:srgbClr val="800244">
                  <a:alpha val="43000"/>
                </a:srgbClr>
              </a:gs>
              <a:gs pos="2000">
                <a:srgbClr val="800244">
                  <a:alpha val="4000"/>
                </a:srgbClr>
              </a:gs>
            </a:gsLst>
            <a:lin ang="18900000" scaled="1"/>
          </a:gradFill>
          <a:ln>
            <a:noFill/>
          </a:ln>
          <a:effectLst>
            <a:outerShdw blurRad="177800" dist="12700" dir="2700000" sy="-23000" kx="-800400" algn="bl" rotWithShape="0">
              <a:schemeClr val="bg1">
                <a:lumMod val="75000"/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8D39ED6-99A0-4B51-9D2B-AB52A51923A3}"/>
              </a:ext>
            </a:extLst>
          </p:cNvPr>
          <p:cNvSpPr/>
          <p:nvPr/>
        </p:nvSpPr>
        <p:spPr>
          <a:xfrm>
            <a:off x="969475" y="5540956"/>
            <a:ext cx="1057500" cy="641176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tx1"/>
              </a:gs>
              <a:gs pos="44000">
                <a:srgbClr val="800244">
                  <a:alpha val="43000"/>
                </a:srgbClr>
              </a:gs>
              <a:gs pos="2000">
                <a:srgbClr val="800244">
                  <a:alpha val="4000"/>
                </a:srgbClr>
              </a:gs>
            </a:gsLst>
            <a:lin ang="18900000" scaled="1"/>
          </a:gradFill>
          <a:ln>
            <a:noFill/>
          </a:ln>
          <a:effectLst>
            <a:outerShdw blurRad="177800" dist="12700" dir="2700000" sy="-23000" kx="-800400" algn="bl" rotWithShape="0">
              <a:schemeClr val="bg1">
                <a:lumMod val="75000"/>
                <a:alpha val="1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467316-1EE6-4108-8FD0-02B71609D04B}"/>
              </a:ext>
            </a:extLst>
          </p:cNvPr>
          <p:cNvSpPr txBox="1"/>
          <p:nvPr/>
        </p:nvSpPr>
        <p:spPr>
          <a:xfrm>
            <a:off x="1343350" y="2389282"/>
            <a:ext cx="373168" cy="51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altLang="en-PK" sz="2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0" lang="en-PK" altLang="en-PK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499A6C-1328-4889-82EE-2F450B0B7B24}"/>
              </a:ext>
            </a:extLst>
          </p:cNvPr>
          <p:cNvSpPr txBox="1"/>
          <p:nvPr/>
        </p:nvSpPr>
        <p:spPr>
          <a:xfrm>
            <a:off x="1343350" y="3468502"/>
            <a:ext cx="373168" cy="51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GB" altLang="en-PK" sz="2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0" lang="en-PK" altLang="en-PK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E4C9B47-7251-4744-B074-052D9CF958F6}"/>
              </a:ext>
            </a:extLst>
          </p:cNvPr>
          <p:cNvSpPr txBox="1"/>
          <p:nvPr/>
        </p:nvSpPr>
        <p:spPr>
          <a:xfrm>
            <a:off x="1362399" y="5564918"/>
            <a:ext cx="373168" cy="51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GB" altLang="en-PK" sz="2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0" lang="en-PK" altLang="en-PK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8AEC067-C637-4EBB-BAB4-B6DF8E482DE9}"/>
              </a:ext>
            </a:extLst>
          </p:cNvPr>
          <p:cNvCxnSpPr/>
          <p:nvPr/>
        </p:nvCxnSpPr>
        <p:spPr>
          <a:xfrm>
            <a:off x="2891118" y="2366835"/>
            <a:ext cx="0" cy="3847686"/>
          </a:xfrm>
          <a:prstGeom prst="line">
            <a:avLst/>
          </a:prstGeom>
          <a:ln>
            <a:solidFill>
              <a:srgbClr val="8002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18519C0-88AE-4281-934C-EF3B39F532D7}"/>
              </a:ext>
            </a:extLst>
          </p:cNvPr>
          <p:cNvSpPr txBox="1"/>
          <p:nvPr/>
        </p:nvSpPr>
        <p:spPr>
          <a:xfrm>
            <a:off x="1342485" y="4524615"/>
            <a:ext cx="373168" cy="518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GB" altLang="en-PK" sz="2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0" lang="en-PK" altLang="en-PK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E27E22F2-9E54-415F-8954-0D63BAA34E00}"/>
              </a:ext>
            </a:extLst>
          </p:cNvPr>
          <p:cNvSpPr/>
          <p:nvPr/>
        </p:nvSpPr>
        <p:spPr>
          <a:xfrm>
            <a:off x="2820884" y="2596483"/>
            <a:ext cx="140467" cy="173611"/>
          </a:xfrm>
          <a:prstGeom prst="diamond">
            <a:avLst/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4" name="Diamond 33">
            <a:extLst>
              <a:ext uri="{FF2B5EF4-FFF2-40B4-BE49-F238E27FC236}">
                <a16:creationId xmlns:a16="http://schemas.microsoft.com/office/drawing/2014/main" id="{05BC32F5-A056-45B1-9266-4DE2DDBE3897}"/>
              </a:ext>
            </a:extLst>
          </p:cNvPr>
          <p:cNvSpPr/>
          <p:nvPr/>
        </p:nvSpPr>
        <p:spPr>
          <a:xfrm>
            <a:off x="2818392" y="3677130"/>
            <a:ext cx="140467" cy="173611"/>
          </a:xfrm>
          <a:prstGeom prst="diamond">
            <a:avLst/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C4B826D2-1786-4130-AA92-3A8E11E7FD4C}"/>
              </a:ext>
            </a:extLst>
          </p:cNvPr>
          <p:cNvSpPr/>
          <p:nvPr/>
        </p:nvSpPr>
        <p:spPr>
          <a:xfrm>
            <a:off x="2815900" y="4757777"/>
            <a:ext cx="140467" cy="173611"/>
          </a:xfrm>
          <a:prstGeom prst="diamond">
            <a:avLst/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6" name="Diamond 35">
            <a:extLst>
              <a:ext uri="{FF2B5EF4-FFF2-40B4-BE49-F238E27FC236}">
                <a16:creationId xmlns:a16="http://schemas.microsoft.com/office/drawing/2014/main" id="{B1354191-B0EF-41E4-9DA9-5B7A53A3F72A}"/>
              </a:ext>
            </a:extLst>
          </p:cNvPr>
          <p:cNvSpPr/>
          <p:nvPr/>
        </p:nvSpPr>
        <p:spPr>
          <a:xfrm>
            <a:off x="2813408" y="5838424"/>
            <a:ext cx="140467" cy="173611"/>
          </a:xfrm>
          <a:prstGeom prst="diamond">
            <a:avLst/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44745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E9558B96-C9DB-40A1-8627-6FA0F56E7085}"/>
              </a:ext>
            </a:extLst>
          </p:cNvPr>
          <p:cNvSpPr txBox="1"/>
          <p:nvPr/>
        </p:nvSpPr>
        <p:spPr>
          <a:xfrm>
            <a:off x="5749766" y="3575696"/>
            <a:ext cx="208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PK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4462C0-50C9-46EB-B532-2ADE9DC0DB80}"/>
              </a:ext>
            </a:extLst>
          </p:cNvPr>
          <p:cNvSpPr/>
          <p:nvPr/>
        </p:nvSpPr>
        <p:spPr>
          <a:xfrm>
            <a:off x="0" y="0"/>
            <a:ext cx="12313024" cy="685800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9" name="Circle: Hollow 8">
            <a:extLst>
              <a:ext uri="{FF2B5EF4-FFF2-40B4-BE49-F238E27FC236}">
                <a16:creationId xmlns:a16="http://schemas.microsoft.com/office/drawing/2014/main" id="{D2F77DD8-C456-481B-8B5A-4BA38D1AD51C}"/>
              </a:ext>
            </a:extLst>
          </p:cNvPr>
          <p:cNvSpPr/>
          <p:nvPr/>
        </p:nvSpPr>
        <p:spPr>
          <a:xfrm>
            <a:off x="-486880" y="5455411"/>
            <a:ext cx="1815353" cy="1781046"/>
          </a:xfrm>
          <a:prstGeom prst="donut">
            <a:avLst>
              <a:gd name="adj" fmla="val 4722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5E67359-D04F-4E95-9E3B-46A7E0D73251}"/>
              </a:ext>
            </a:extLst>
          </p:cNvPr>
          <p:cNvSpPr/>
          <p:nvPr/>
        </p:nvSpPr>
        <p:spPr>
          <a:xfrm>
            <a:off x="-94499" y="-109154"/>
            <a:ext cx="3563840" cy="926193"/>
          </a:xfrm>
          <a:prstGeom prst="roundRect">
            <a:avLst/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Circle: Hollow 9">
            <a:extLst>
              <a:ext uri="{FF2B5EF4-FFF2-40B4-BE49-F238E27FC236}">
                <a16:creationId xmlns:a16="http://schemas.microsoft.com/office/drawing/2014/main" id="{0025D7EF-BFA9-4BBE-A09E-289FDD2B17FA}"/>
              </a:ext>
            </a:extLst>
          </p:cNvPr>
          <p:cNvSpPr/>
          <p:nvPr/>
        </p:nvSpPr>
        <p:spPr>
          <a:xfrm>
            <a:off x="11513126" y="245261"/>
            <a:ext cx="1931895" cy="1888593"/>
          </a:xfrm>
          <a:prstGeom prst="donut">
            <a:avLst>
              <a:gd name="adj" fmla="val 4722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11" name="Circle: Hollow 10">
            <a:extLst>
              <a:ext uri="{FF2B5EF4-FFF2-40B4-BE49-F238E27FC236}">
                <a16:creationId xmlns:a16="http://schemas.microsoft.com/office/drawing/2014/main" id="{6F8A96DE-E2E5-4FEB-AEC5-67C3536C3872}"/>
              </a:ext>
            </a:extLst>
          </p:cNvPr>
          <p:cNvSpPr/>
          <p:nvPr/>
        </p:nvSpPr>
        <p:spPr>
          <a:xfrm>
            <a:off x="11475842" y="5159120"/>
            <a:ext cx="1432315" cy="1344939"/>
          </a:xfrm>
          <a:prstGeom prst="donut">
            <a:avLst>
              <a:gd name="adj" fmla="val 4722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B38A71-6C63-4589-B29C-2FE56209BD54}"/>
              </a:ext>
            </a:extLst>
          </p:cNvPr>
          <p:cNvSpPr txBox="1"/>
          <p:nvPr/>
        </p:nvSpPr>
        <p:spPr>
          <a:xfrm>
            <a:off x="-236504" y="30776"/>
            <a:ext cx="39403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Objectives</a:t>
            </a:r>
            <a:endParaRPr lang="en-PK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C28837-0A55-401B-84A1-D8360E798F3E}"/>
              </a:ext>
            </a:extLst>
          </p:cNvPr>
          <p:cNvSpPr txBox="1"/>
          <p:nvPr/>
        </p:nvSpPr>
        <p:spPr>
          <a:xfrm>
            <a:off x="1914565" y="2513978"/>
            <a:ext cx="3578579" cy="893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GB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8FDAA4-ADD6-4C86-A52F-01E467201888}"/>
              </a:ext>
            </a:extLst>
          </p:cNvPr>
          <p:cNvSpPr txBox="1"/>
          <p:nvPr/>
        </p:nvSpPr>
        <p:spPr>
          <a:xfrm>
            <a:off x="3506070" y="895727"/>
            <a:ext cx="55401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rgbClr val="800244"/>
              </a:buClr>
              <a:buFont typeface="Wingdings" panose="05000000000000000000" pitchFamily="2" charset="2"/>
              <a:buChar char="q"/>
            </a:pP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web-based application for generating MCQs from students’ study materials (PDFs, slides, docx and text).</a:t>
            </a:r>
          </a:p>
          <a:p>
            <a:pPr marL="285750" indent="-285750" algn="just">
              <a:buClr>
                <a:srgbClr val="800244"/>
              </a:buClr>
              <a:buFont typeface="Wingdings" panose="05000000000000000000" pitchFamily="2" charset="2"/>
              <a:buChar char="q"/>
            </a:pPr>
            <a:r>
              <a:rPr lang="en-GB" altLang="en-PK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PK" altLang="en-PK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support</a:t>
            </a:r>
            <a:r>
              <a:rPr lang="en-GB" altLang="en-PK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PK" altLang="en-PK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 learning and make </a:t>
            </a:r>
            <a:r>
              <a:rPr lang="en-GB" altLang="en-PK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quiz</a:t>
            </a:r>
            <a:r>
              <a:rPr lang="en-PK" altLang="en-PK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preparation more effective and engaging.</a:t>
            </a:r>
          </a:p>
          <a:p>
            <a:pPr algn="just"/>
            <a:endParaRPr lang="en-PK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2E81FE5-3C65-4C85-B19D-BC14200BD07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542930" y="2892435"/>
            <a:ext cx="4483048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800244"/>
              </a:buClr>
              <a:buFont typeface="Wingdings" panose="05000000000000000000" pitchFamily="2" charset="2"/>
              <a:buChar char="q"/>
            </a:pPr>
            <a:r>
              <a:rPr kumimoji="0" lang="en-PK" altLang="en-PK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AI for automatic question generation with adjustable difficulty levels</a:t>
            </a:r>
            <a:r>
              <a:rPr kumimoji="0" lang="en-GB" altLang="en-PK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(easy, medium, and hard).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800244"/>
              </a:buClr>
              <a:buFont typeface="Wingdings" panose="05000000000000000000" pitchFamily="2" charset="2"/>
              <a:buChar char="q"/>
            </a:pPr>
            <a:r>
              <a:rPr kumimoji="0" lang="en-GB" altLang="en-PK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user</a:t>
            </a:r>
            <a:r>
              <a:rPr kumimoji="0" lang="en-GB" altLang="en-PK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GB" altLang="en-PK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also give the number of MCQs to be generated between (5-50).</a:t>
            </a:r>
            <a:endParaRPr kumimoji="0" lang="en-PK" altLang="en-PK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30978E-8D0C-446B-84B7-188535F915AF}"/>
              </a:ext>
            </a:extLst>
          </p:cNvPr>
          <p:cNvSpPr txBox="1"/>
          <p:nvPr/>
        </p:nvSpPr>
        <p:spPr>
          <a:xfrm>
            <a:off x="88248" y="2892435"/>
            <a:ext cx="44511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800244"/>
              </a:buClr>
              <a:buFont typeface="Wingdings" panose="05000000000000000000" pitchFamily="2" charset="2"/>
              <a:buChar char="q"/>
            </a:pPr>
            <a:r>
              <a:rPr lang="en-GB" altLang="en-PK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score UI to reveal the total score, correctly marked MCQs score and incorrectly marked MCQs score.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800244"/>
              </a:buClr>
              <a:buFont typeface="Wingdings" panose="05000000000000000000" pitchFamily="2" charset="2"/>
              <a:buChar char="q"/>
            </a:pPr>
            <a:r>
              <a:rPr lang="en-GB" altLang="en-PK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PK" altLang="en-PK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provide</a:t>
            </a:r>
            <a:r>
              <a:rPr lang="en-GB" altLang="en-PK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PK" altLang="en-PK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instant feedback</a:t>
            </a:r>
            <a:r>
              <a:rPr lang="en-GB" altLang="en-PK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review of MCQs attempt on how many MCQs user attempted incorrectly with correct answers given in return.</a:t>
            </a:r>
          </a:p>
        </p:txBody>
      </p:sp>
      <p:sp>
        <p:nvSpPr>
          <p:cNvPr id="37" name="Rectangle 13">
            <a:extLst>
              <a:ext uri="{FF2B5EF4-FFF2-40B4-BE49-F238E27FC236}">
                <a16:creationId xmlns:a16="http://schemas.microsoft.com/office/drawing/2014/main" id="{7A47F9F8-2250-4FC8-80FA-168854300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9341" y="4904897"/>
            <a:ext cx="554011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800244"/>
              </a:buClr>
              <a:buFont typeface="Wingdings" panose="05000000000000000000" pitchFamily="2" charset="2"/>
              <a:buChar char="q"/>
            </a:pPr>
            <a:r>
              <a:rPr lang="en-GB" altLang="en-PK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allows students to customize quizzes by topic; whether generate MCQs from full topic or a specific topic and number of questions</a:t>
            </a:r>
            <a:r>
              <a:rPr lang="en-GB" altLang="en-PK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800244"/>
              </a:buClr>
              <a:buFont typeface="Wingdings" panose="05000000000000000000" pitchFamily="2" charset="2"/>
              <a:buChar char="q"/>
            </a:pPr>
            <a:r>
              <a:rPr lang="en-GB" altLang="en-PK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user can also retake the same MCQs quiz or generate a new one to avoid confusion and for better learning and revision.</a:t>
            </a:r>
            <a:endParaRPr lang="en-PK" altLang="en-PK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PK" altLang="en-PK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F3B3A1A-E744-43B1-8E84-65737DD09F8C}"/>
              </a:ext>
            </a:extLst>
          </p:cNvPr>
          <p:cNvGrpSpPr/>
          <p:nvPr/>
        </p:nvGrpSpPr>
        <p:grpSpPr>
          <a:xfrm>
            <a:off x="4936116" y="2467404"/>
            <a:ext cx="2319767" cy="2329897"/>
            <a:chOff x="4369540" y="2350996"/>
            <a:chExt cx="2319767" cy="2329897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81C701B-1106-440D-833F-18F47F6E29DD}"/>
                </a:ext>
              </a:extLst>
            </p:cNvPr>
            <p:cNvGrpSpPr/>
            <p:nvPr/>
          </p:nvGrpSpPr>
          <p:grpSpPr>
            <a:xfrm>
              <a:off x="4686600" y="2350996"/>
              <a:ext cx="1077296" cy="1147791"/>
              <a:chOff x="4686600" y="2350996"/>
              <a:chExt cx="1077296" cy="1147791"/>
            </a:xfrm>
          </p:grpSpPr>
          <p:sp>
            <p:nvSpPr>
              <p:cNvPr id="7" name="Arrow: Up 6">
                <a:extLst>
                  <a:ext uri="{FF2B5EF4-FFF2-40B4-BE49-F238E27FC236}">
                    <a16:creationId xmlns:a16="http://schemas.microsoft.com/office/drawing/2014/main" id="{B84CD8DB-3690-42F1-BD08-37654A525C4A}"/>
                  </a:ext>
                </a:extLst>
              </p:cNvPr>
              <p:cNvSpPr/>
              <p:nvPr/>
            </p:nvSpPr>
            <p:spPr>
              <a:xfrm>
                <a:off x="4686600" y="2350996"/>
                <a:ext cx="1077296" cy="1147791"/>
              </a:xfrm>
              <a:prstGeom prst="upArrow">
                <a:avLst/>
              </a:prstGeom>
              <a:solidFill>
                <a:srgbClr val="80024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376273-6218-482C-86DA-94946C9B71F3}"/>
                  </a:ext>
                </a:extLst>
              </p:cNvPr>
              <p:cNvSpPr txBox="1"/>
              <p:nvPr/>
            </p:nvSpPr>
            <p:spPr>
              <a:xfrm>
                <a:off x="5104852" y="3029761"/>
                <a:ext cx="208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PK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A5DB6E0-7580-4FCD-90B3-47EAAF75BCDD}"/>
                </a:ext>
              </a:extLst>
            </p:cNvPr>
            <p:cNvGrpSpPr/>
            <p:nvPr/>
          </p:nvGrpSpPr>
          <p:grpSpPr>
            <a:xfrm>
              <a:off x="5541516" y="2683066"/>
              <a:ext cx="1147791" cy="1077296"/>
              <a:chOff x="5541516" y="2683066"/>
              <a:chExt cx="1147791" cy="1077296"/>
            </a:xfrm>
          </p:grpSpPr>
          <p:sp>
            <p:nvSpPr>
              <p:cNvPr id="24" name="Arrow: Up 23">
                <a:extLst>
                  <a:ext uri="{FF2B5EF4-FFF2-40B4-BE49-F238E27FC236}">
                    <a16:creationId xmlns:a16="http://schemas.microsoft.com/office/drawing/2014/main" id="{CDD0C3CC-BFA3-4161-A1D5-23A60657FD82}"/>
                  </a:ext>
                </a:extLst>
              </p:cNvPr>
              <p:cNvSpPr/>
              <p:nvPr/>
            </p:nvSpPr>
            <p:spPr>
              <a:xfrm rot="5400000">
                <a:off x="5576764" y="2647818"/>
                <a:ext cx="1077296" cy="1147791"/>
              </a:xfrm>
              <a:prstGeom prst="upArrow">
                <a:avLst/>
              </a:prstGeom>
              <a:solidFill>
                <a:srgbClr val="80024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41AEA18-1D06-47CA-9FAA-8657FDF87C59}"/>
                  </a:ext>
                </a:extLst>
              </p:cNvPr>
              <p:cNvSpPr txBox="1"/>
              <p:nvPr/>
            </p:nvSpPr>
            <p:spPr>
              <a:xfrm>
                <a:off x="5717978" y="3056175"/>
                <a:ext cx="208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PK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6207F14-5FB4-4E91-9DE5-CE4FEBDEAEDC}"/>
                </a:ext>
              </a:extLst>
            </p:cNvPr>
            <p:cNvGrpSpPr/>
            <p:nvPr/>
          </p:nvGrpSpPr>
          <p:grpSpPr>
            <a:xfrm>
              <a:off x="5288933" y="3533102"/>
              <a:ext cx="1077296" cy="1147791"/>
              <a:chOff x="5288933" y="3533102"/>
              <a:chExt cx="1077296" cy="1147791"/>
            </a:xfrm>
          </p:grpSpPr>
          <p:sp>
            <p:nvSpPr>
              <p:cNvPr id="25" name="Arrow: Up 24">
                <a:extLst>
                  <a:ext uri="{FF2B5EF4-FFF2-40B4-BE49-F238E27FC236}">
                    <a16:creationId xmlns:a16="http://schemas.microsoft.com/office/drawing/2014/main" id="{71F4610A-8252-4C07-8144-0568A3B73E14}"/>
                  </a:ext>
                </a:extLst>
              </p:cNvPr>
              <p:cNvSpPr/>
              <p:nvPr/>
            </p:nvSpPr>
            <p:spPr>
              <a:xfrm rot="10800000">
                <a:off x="5288933" y="3533102"/>
                <a:ext cx="1077296" cy="1147791"/>
              </a:xfrm>
              <a:prstGeom prst="upArrow">
                <a:avLst/>
              </a:prstGeom>
              <a:solidFill>
                <a:srgbClr val="80024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D2A32E3-2C74-4013-8759-35A659EC67D2}"/>
                  </a:ext>
                </a:extLst>
              </p:cNvPr>
              <p:cNvSpPr txBox="1"/>
              <p:nvPr/>
            </p:nvSpPr>
            <p:spPr>
              <a:xfrm>
                <a:off x="5677606" y="3653191"/>
                <a:ext cx="208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PK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B78BFF6-2C73-431C-9A32-DC8385AAAED0}"/>
                </a:ext>
              </a:extLst>
            </p:cNvPr>
            <p:cNvGrpSpPr/>
            <p:nvPr/>
          </p:nvGrpSpPr>
          <p:grpSpPr>
            <a:xfrm>
              <a:off x="4369540" y="3271528"/>
              <a:ext cx="1147794" cy="1077296"/>
              <a:chOff x="4369540" y="3271528"/>
              <a:chExt cx="1147794" cy="1077296"/>
            </a:xfrm>
          </p:grpSpPr>
          <p:sp>
            <p:nvSpPr>
              <p:cNvPr id="30" name="Arrow: Up 29">
                <a:extLst>
                  <a:ext uri="{FF2B5EF4-FFF2-40B4-BE49-F238E27FC236}">
                    <a16:creationId xmlns:a16="http://schemas.microsoft.com/office/drawing/2014/main" id="{047AE539-F8FC-4CAD-8CB3-7775F5B4B60B}"/>
                  </a:ext>
                </a:extLst>
              </p:cNvPr>
              <p:cNvSpPr/>
              <p:nvPr/>
            </p:nvSpPr>
            <p:spPr>
              <a:xfrm rot="16200000">
                <a:off x="4404789" y="3236279"/>
                <a:ext cx="1077296" cy="1147794"/>
              </a:xfrm>
              <a:prstGeom prst="upArrow">
                <a:avLst/>
              </a:prstGeom>
              <a:solidFill>
                <a:srgbClr val="80024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PK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208C4C8-8E6D-4B2B-A6C8-D1CE68C6A95E}"/>
                  </a:ext>
                </a:extLst>
              </p:cNvPr>
              <p:cNvSpPr txBox="1"/>
              <p:nvPr/>
            </p:nvSpPr>
            <p:spPr>
              <a:xfrm>
                <a:off x="5104852" y="3640859"/>
                <a:ext cx="208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en-PK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36652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4462C0-50C9-46EB-B532-2ADE9DC0DB80}"/>
              </a:ext>
            </a:extLst>
          </p:cNvPr>
          <p:cNvSpPr/>
          <p:nvPr/>
        </p:nvSpPr>
        <p:spPr>
          <a:xfrm>
            <a:off x="-60512" y="-82260"/>
            <a:ext cx="12313024" cy="696715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ircle: Hollow 8">
            <a:extLst>
              <a:ext uri="{FF2B5EF4-FFF2-40B4-BE49-F238E27FC236}">
                <a16:creationId xmlns:a16="http://schemas.microsoft.com/office/drawing/2014/main" id="{D2F77DD8-C456-481B-8B5A-4BA38D1AD51C}"/>
              </a:ext>
            </a:extLst>
          </p:cNvPr>
          <p:cNvSpPr/>
          <p:nvPr/>
        </p:nvSpPr>
        <p:spPr>
          <a:xfrm>
            <a:off x="6723019" y="6357544"/>
            <a:ext cx="1510501" cy="1546225"/>
          </a:xfrm>
          <a:prstGeom prst="donut">
            <a:avLst>
              <a:gd name="adj" fmla="val 4722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5E67359-D04F-4E95-9E3B-46A7E0D73251}"/>
              </a:ext>
            </a:extLst>
          </p:cNvPr>
          <p:cNvSpPr/>
          <p:nvPr/>
        </p:nvSpPr>
        <p:spPr>
          <a:xfrm>
            <a:off x="-94499" y="-139932"/>
            <a:ext cx="3631075" cy="926193"/>
          </a:xfrm>
          <a:prstGeom prst="roundRect">
            <a:avLst/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ircle: Hollow 9">
            <a:extLst>
              <a:ext uri="{FF2B5EF4-FFF2-40B4-BE49-F238E27FC236}">
                <a16:creationId xmlns:a16="http://schemas.microsoft.com/office/drawing/2014/main" id="{0025D7EF-BFA9-4BBE-A09E-289FDD2B17FA}"/>
              </a:ext>
            </a:extLst>
          </p:cNvPr>
          <p:cNvSpPr/>
          <p:nvPr/>
        </p:nvSpPr>
        <p:spPr>
          <a:xfrm>
            <a:off x="11395439" y="-17157"/>
            <a:ext cx="1931895" cy="1888593"/>
          </a:xfrm>
          <a:prstGeom prst="donut">
            <a:avLst>
              <a:gd name="adj" fmla="val 4722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ircle: Hollow 10">
            <a:extLst>
              <a:ext uri="{FF2B5EF4-FFF2-40B4-BE49-F238E27FC236}">
                <a16:creationId xmlns:a16="http://schemas.microsoft.com/office/drawing/2014/main" id="{6F8A96DE-E2E5-4FEB-AEC5-67C3536C3872}"/>
              </a:ext>
            </a:extLst>
          </p:cNvPr>
          <p:cNvSpPr/>
          <p:nvPr/>
        </p:nvSpPr>
        <p:spPr>
          <a:xfrm>
            <a:off x="11764394" y="4986564"/>
            <a:ext cx="976236" cy="933453"/>
          </a:xfrm>
          <a:prstGeom prst="donut">
            <a:avLst>
              <a:gd name="adj" fmla="val 4722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B38A71-6C63-4589-B29C-2FE56209BD54}"/>
              </a:ext>
            </a:extLst>
          </p:cNvPr>
          <p:cNvSpPr txBox="1"/>
          <p:nvPr/>
        </p:nvSpPr>
        <p:spPr>
          <a:xfrm>
            <a:off x="-94499" y="0"/>
            <a:ext cx="3631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PK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3D4613-714A-4C40-8214-E510A91E5506}"/>
              </a:ext>
            </a:extLst>
          </p:cNvPr>
          <p:cNvSpPr txBox="1"/>
          <p:nvPr/>
        </p:nvSpPr>
        <p:spPr>
          <a:xfrm>
            <a:off x="3848354" y="1622058"/>
            <a:ext cx="4322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RAG Pipeline for AI</a:t>
            </a:r>
            <a:endParaRPr lang="en-PK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D7E9EDC-7D80-4360-BED0-34A29E2E3558}"/>
              </a:ext>
            </a:extLst>
          </p:cNvPr>
          <p:cNvGrpSpPr/>
          <p:nvPr/>
        </p:nvGrpSpPr>
        <p:grpSpPr>
          <a:xfrm>
            <a:off x="375307" y="2940627"/>
            <a:ext cx="1953957" cy="1329674"/>
            <a:chOff x="373322" y="2479028"/>
            <a:chExt cx="1953957" cy="1329674"/>
          </a:xfrm>
        </p:grpSpPr>
        <p:pic>
          <p:nvPicPr>
            <p:cNvPr id="25" name="Graphic 24" descr="Closed book">
              <a:extLst>
                <a:ext uri="{FF2B5EF4-FFF2-40B4-BE49-F238E27FC236}">
                  <a16:creationId xmlns:a16="http://schemas.microsoft.com/office/drawing/2014/main" id="{38170A26-8440-4CA1-A2B9-C9E2ACAC7D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761999" y="2479028"/>
              <a:ext cx="789710" cy="789710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2BC9986-AF5B-4A99-9626-B3A5F9207F70}"/>
                </a:ext>
              </a:extLst>
            </p:cNvPr>
            <p:cNvSpPr txBox="1"/>
            <p:nvPr/>
          </p:nvSpPr>
          <p:spPr>
            <a:xfrm>
              <a:off x="373322" y="3223927"/>
              <a:ext cx="195395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PPT, PDFs, TXT,  and DOCs</a:t>
              </a:r>
              <a:endParaRPr lang="en-PK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6D84526-22E6-4358-9D70-3FABC839D6B9}"/>
              </a:ext>
            </a:extLst>
          </p:cNvPr>
          <p:cNvGrpSpPr/>
          <p:nvPr/>
        </p:nvGrpSpPr>
        <p:grpSpPr>
          <a:xfrm>
            <a:off x="2300450" y="2799066"/>
            <a:ext cx="2641085" cy="1690152"/>
            <a:chOff x="2300450" y="2381111"/>
            <a:chExt cx="2641085" cy="1690152"/>
          </a:xfrm>
        </p:grpSpPr>
        <p:pic>
          <p:nvPicPr>
            <p:cNvPr id="32" name="Graphic 31" descr="Puzzle pieces">
              <a:extLst>
                <a:ext uri="{FF2B5EF4-FFF2-40B4-BE49-F238E27FC236}">
                  <a16:creationId xmlns:a16="http://schemas.microsoft.com/office/drawing/2014/main" id="{58447935-FE89-4D95-A0AE-30CC6C322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3206564" y="2381111"/>
              <a:ext cx="926193" cy="926193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D3F6E1B-ECCC-4092-860B-47B14D3CB793}"/>
                </a:ext>
              </a:extLst>
            </p:cNvPr>
            <p:cNvSpPr txBox="1"/>
            <p:nvPr/>
          </p:nvSpPr>
          <p:spPr>
            <a:xfrm>
              <a:off x="2300450" y="3240266"/>
              <a:ext cx="264108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GB" sz="1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Text extraction from pages, images and shapes inside slides.</a:t>
              </a:r>
              <a:endParaRPr lang="en-PK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2A15EB0-9DAC-42CC-AE34-0CBEE37B4E61}"/>
              </a:ext>
            </a:extLst>
          </p:cNvPr>
          <p:cNvGrpSpPr/>
          <p:nvPr/>
        </p:nvGrpSpPr>
        <p:grpSpPr>
          <a:xfrm>
            <a:off x="5159557" y="2772293"/>
            <a:ext cx="2549473" cy="1498008"/>
            <a:chOff x="5159557" y="2354338"/>
            <a:chExt cx="2549473" cy="1498008"/>
          </a:xfrm>
        </p:grpSpPr>
        <p:pic>
          <p:nvPicPr>
            <p:cNvPr id="35" name="Graphic 34" descr="Venn diagram">
              <a:extLst>
                <a:ext uri="{FF2B5EF4-FFF2-40B4-BE49-F238E27FC236}">
                  <a16:creationId xmlns:a16="http://schemas.microsoft.com/office/drawing/2014/main" id="{E7A9AA1B-F4AB-4989-9C73-54B05546C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748995" y="2354338"/>
              <a:ext cx="914400" cy="914400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8C7ACEF-F635-4164-8AE6-94607252C353}"/>
                </a:ext>
              </a:extLst>
            </p:cNvPr>
            <p:cNvSpPr txBox="1"/>
            <p:nvPr/>
          </p:nvSpPr>
          <p:spPr>
            <a:xfrm>
              <a:off x="5159557" y="3267571"/>
              <a:ext cx="254947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Text divided into chunks for precise retrieval</a:t>
              </a:r>
              <a:endParaRPr lang="en-PK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28AC3E5-E42D-4541-8D2C-B341172CD501}"/>
              </a:ext>
            </a:extLst>
          </p:cNvPr>
          <p:cNvGrpSpPr/>
          <p:nvPr/>
        </p:nvGrpSpPr>
        <p:grpSpPr>
          <a:xfrm>
            <a:off x="7081187" y="2829622"/>
            <a:ext cx="2929245" cy="2168094"/>
            <a:chOff x="7081187" y="2411667"/>
            <a:chExt cx="2929245" cy="2168094"/>
          </a:xfrm>
        </p:grpSpPr>
        <p:pic>
          <p:nvPicPr>
            <p:cNvPr id="39" name="Graphic 38" descr="Checklist RTL">
              <a:extLst>
                <a:ext uri="{FF2B5EF4-FFF2-40B4-BE49-F238E27FC236}">
                  <a16:creationId xmlns:a16="http://schemas.microsoft.com/office/drawing/2014/main" id="{13920F7A-F761-4DC5-8E59-80A048DD8C2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8243444" y="2411667"/>
              <a:ext cx="816483" cy="816483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7F44BBF-497D-4689-AF3B-4417D41C3CEA}"/>
                </a:ext>
              </a:extLst>
            </p:cNvPr>
            <p:cNvSpPr txBox="1"/>
            <p:nvPr/>
          </p:nvSpPr>
          <p:spPr>
            <a:xfrm>
              <a:off x="7081187" y="3256322"/>
              <a:ext cx="2929245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742950" lvl="1" indent="-285750">
                <a:buClr>
                  <a:srgbClr val="800244"/>
                </a:buClr>
                <a:buFont typeface="Wingdings" panose="05000000000000000000" pitchFamily="2" charset="2"/>
                <a:buChar char="q"/>
              </a:pPr>
              <a:r>
                <a:rPr lang="en-GB" sz="1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Embeddings turn text into numerical vectors</a:t>
              </a:r>
            </a:p>
            <a:p>
              <a:pPr marL="742950" lvl="1" indent="-285750">
                <a:buClr>
                  <a:srgbClr val="800244"/>
                </a:buClr>
                <a:buFont typeface="Wingdings" panose="05000000000000000000" pitchFamily="2" charset="2"/>
                <a:buChar char="q"/>
              </a:pPr>
              <a:r>
                <a:rPr lang="en-GB" sz="1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Improves search semantics and saves tokens.</a:t>
              </a:r>
              <a:endParaRPr lang="en-PK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ED79DBD-8701-42F5-8060-1F73D1474B97}"/>
              </a:ext>
            </a:extLst>
          </p:cNvPr>
          <p:cNvGrpSpPr/>
          <p:nvPr/>
        </p:nvGrpSpPr>
        <p:grpSpPr>
          <a:xfrm>
            <a:off x="10111940" y="2772293"/>
            <a:ext cx="1931894" cy="1460888"/>
            <a:chOff x="10111940" y="2354338"/>
            <a:chExt cx="1931894" cy="1460888"/>
          </a:xfrm>
        </p:grpSpPr>
        <p:pic>
          <p:nvPicPr>
            <p:cNvPr id="41" name="Graphic 40" descr="Database">
              <a:extLst>
                <a:ext uri="{FF2B5EF4-FFF2-40B4-BE49-F238E27FC236}">
                  <a16:creationId xmlns:a16="http://schemas.microsoft.com/office/drawing/2014/main" id="{F4C2F73F-F048-4ED6-870F-EA572A637A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0406922" y="2354338"/>
              <a:ext cx="816483" cy="816483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096F7EF-0D25-4EC3-8511-96819B58B117}"/>
                </a:ext>
              </a:extLst>
            </p:cNvPr>
            <p:cNvSpPr txBox="1"/>
            <p:nvPr/>
          </p:nvSpPr>
          <p:spPr>
            <a:xfrm>
              <a:off x="10111940" y="3230451"/>
              <a:ext cx="193189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Chroma DB stores Embeddings</a:t>
              </a:r>
              <a:endParaRPr lang="en-PK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5981B03-2EE9-4AE5-BD4F-15CD8EF737EC}"/>
              </a:ext>
            </a:extLst>
          </p:cNvPr>
          <p:cNvCxnSpPr/>
          <p:nvPr/>
        </p:nvCxnSpPr>
        <p:spPr>
          <a:xfrm>
            <a:off x="2085064" y="3284626"/>
            <a:ext cx="602992" cy="0"/>
          </a:xfrm>
          <a:prstGeom prst="straightConnector1">
            <a:avLst/>
          </a:prstGeom>
          <a:ln>
            <a:solidFill>
              <a:srgbClr val="8002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C5E9A00-8082-4FDC-B675-5835662AF2D5}"/>
              </a:ext>
            </a:extLst>
          </p:cNvPr>
          <p:cNvCxnSpPr/>
          <p:nvPr/>
        </p:nvCxnSpPr>
        <p:spPr>
          <a:xfrm>
            <a:off x="4773082" y="3284626"/>
            <a:ext cx="602992" cy="0"/>
          </a:xfrm>
          <a:prstGeom prst="straightConnector1">
            <a:avLst/>
          </a:prstGeom>
          <a:ln>
            <a:solidFill>
              <a:srgbClr val="8002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FF268C7-7D8F-43C1-AE0C-CE1A3CFAF33E}"/>
              </a:ext>
            </a:extLst>
          </p:cNvPr>
          <p:cNvCxnSpPr/>
          <p:nvPr/>
        </p:nvCxnSpPr>
        <p:spPr>
          <a:xfrm>
            <a:off x="7322555" y="3284626"/>
            <a:ext cx="602992" cy="0"/>
          </a:xfrm>
          <a:prstGeom prst="straightConnector1">
            <a:avLst/>
          </a:prstGeom>
          <a:ln>
            <a:solidFill>
              <a:srgbClr val="8002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7445735-2187-40E6-AD1A-47B325B6CC8C}"/>
              </a:ext>
            </a:extLst>
          </p:cNvPr>
          <p:cNvCxnSpPr/>
          <p:nvPr/>
        </p:nvCxnSpPr>
        <p:spPr>
          <a:xfrm>
            <a:off x="9508948" y="3284626"/>
            <a:ext cx="602992" cy="0"/>
          </a:xfrm>
          <a:prstGeom prst="straightConnector1">
            <a:avLst/>
          </a:prstGeom>
          <a:ln>
            <a:solidFill>
              <a:srgbClr val="8002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Circle: Hollow 77">
            <a:extLst>
              <a:ext uri="{FF2B5EF4-FFF2-40B4-BE49-F238E27FC236}">
                <a16:creationId xmlns:a16="http://schemas.microsoft.com/office/drawing/2014/main" id="{F65ACFC9-FDAA-41E0-B23C-E5DD4D24DD61}"/>
              </a:ext>
            </a:extLst>
          </p:cNvPr>
          <p:cNvSpPr/>
          <p:nvPr/>
        </p:nvSpPr>
        <p:spPr>
          <a:xfrm>
            <a:off x="-897292" y="4624016"/>
            <a:ext cx="1510501" cy="1546225"/>
          </a:xfrm>
          <a:prstGeom prst="donut">
            <a:avLst>
              <a:gd name="adj" fmla="val 4722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2857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4462C0-50C9-46EB-B532-2ADE9DC0DB80}"/>
              </a:ext>
            </a:extLst>
          </p:cNvPr>
          <p:cNvSpPr/>
          <p:nvPr/>
        </p:nvSpPr>
        <p:spPr>
          <a:xfrm>
            <a:off x="-94499" y="-257107"/>
            <a:ext cx="12313024" cy="716941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</a:t>
            </a:r>
            <a:endParaRPr lang="en-PK" dirty="0"/>
          </a:p>
        </p:txBody>
      </p:sp>
      <p:sp>
        <p:nvSpPr>
          <p:cNvPr id="9" name="Circle: Hollow 8">
            <a:extLst>
              <a:ext uri="{FF2B5EF4-FFF2-40B4-BE49-F238E27FC236}">
                <a16:creationId xmlns:a16="http://schemas.microsoft.com/office/drawing/2014/main" id="{D2F77DD8-C456-481B-8B5A-4BA38D1AD51C}"/>
              </a:ext>
            </a:extLst>
          </p:cNvPr>
          <p:cNvSpPr/>
          <p:nvPr/>
        </p:nvSpPr>
        <p:spPr>
          <a:xfrm>
            <a:off x="370183" y="5864800"/>
            <a:ext cx="1815353" cy="1745158"/>
          </a:xfrm>
          <a:prstGeom prst="donut">
            <a:avLst>
              <a:gd name="adj" fmla="val 4722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5E67359-D04F-4E95-9E3B-46A7E0D73251}"/>
              </a:ext>
            </a:extLst>
          </p:cNvPr>
          <p:cNvSpPr/>
          <p:nvPr/>
        </p:nvSpPr>
        <p:spPr>
          <a:xfrm>
            <a:off x="-94499" y="-249542"/>
            <a:ext cx="3483158" cy="926193"/>
          </a:xfrm>
          <a:prstGeom prst="roundRect">
            <a:avLst/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Circle: Hollow 9">
            <a:extLst>
              <a:ext uri="{FF2B5EF4-FFF2-40B4-BE49-F238E27FC236}">
                <a16:creationId xmlns:a16="http://schemas.microsoft.com/office/drawing/2014/main" id="{0025D7EF-BFA9-4BBE-A09E-289FDD2B17FA}"/>
              </a:ext>
            </a:extLst>
          </p:cNvPr>
          <p:cNvSpPr/>
          <p:nvPr/>
        </p:nvSpPr>
        <p:spPr>
          <a:xfrm>
            <a:off x="11096869" y="148766"/>
            <a:ext cx="1931895" cy="1888593"/>
          </a:xfrm>
          <a:prstGeom prst="donut">
            <a:avLst>
              <a:gd name="adj" fmla="val 4722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>
              <a:solidFill>
                <a:schemeClr val="tx1"/>
              </a:solidFill>
            </a:endParaRPr>
          </a:p>
        </p:txBody>
      </p:sp>
      <p:sp>
        <p:nvSpPr>
          <p:cNvPr id="11" name="Circle: Hollow 10">
            <a:extLst>
              <a:ext uri="{FF2B5EF4-FFF2-40B4-BE49-F238E27FC236}">
                <a16:creationId xmlns:a16="http://schemas.microsoft.com/office/drawing/2014/main" id="{6F8A96DE-E2E5-4FEB-AEC5-67C3536C3872}"/>
              </a:ext>
            </a:extLst>
          </p:cNvPr>
          <p:cNvSpPr/>
          <p:nvPr/>
        </p:nvSpPr>
        <p:spPr>
          <a:xfrm>
            <a:off x="11866399" y="5398073"/>
            <a:ext cx="976236" cy="933453"/>
          </a:xfrm>
          <a:prstGeom prst="donut">
            <a:avLst>
              <a:gd name="adj" fmla="val 4722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B38A71-6C63-4589-B29C-2FE56209BD54}"/>
              </a:ext>
            </a:extLst>
          </p:cNvPr>
          <p:cNvSpPr txBox="1"/>
          <p:nvPr/>
        </p:nvSpPr>
        <p:spPr>
          <a:xfrm>
            <a:off x="-672315" y="-50292"/>
            <a:ext cx="4638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PK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18AB8B-2398-425C-906D-5C7AAA555D44}"/>
              </a:ext>
            </a:extLst>
          </p:cNvPr>
          <p:cNvSpPr txBox="1"/>
          <p:nvPr/>
        </p:nvSpPr>
        <p:spPr>
          <a:xfrm>
            <a:off x="2835830" y="1664715"/>
            <a:ext cx="6137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of Data Retrieval</a:t>
            </a:r>
            <a:endParaRPr lang="en-PK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1EB468C-910C-4130-A521-1816A2D23DE2}"/>
              </a:ext>
            </a:extLst>
          </p:cNvPr>
          <p:cNvGrpSpPr/>
          <p:nvPr/>
        </p:nvGrpSpPr>
        <p:grpSpPr>
          <a:xfrm>
            <a:off x="162824" y="3028805"/>
            <a:ext cx="2421072" cy="1590530"/>
            <a:chOff x="466740" y="2452799"/>
            <a:chExt cx="2544264" cy="1590530"/>
          </a:xfrm>
        </p:grpSpPr>
        <p:pic>
          <p:nvPicPr>
            <p:cNvPr id="31" name="Graphic 30" descr="Closed book">
              <a:extLst>
                <a:ext uri="{FF2B5EF4-FFF2-40B4-BE49-F238E27FC236}">
                  <a16:creationId xmlns:a16="http://schemas.microsoft.com/office/drawing/2014/main" id="{2F017A4B-78DF-4ACA-9AA8-6D4CE4D0A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848802" y="2452799"/>
              <a:ext cx="789710" cy="789710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984129E-6F2D-4BCE-9E62-B1F84FC7DB76}"/>
                </a:ext>
              </a:extLst>
            </p:cNvPr>
            <p:cNvSpPr txBox="1"/>
            <p:nvPr/>
          </p:nvSpPr>
          <p:spPr>
            <a:xfrm>
              <a:off x="466740" y="3212332"/>
              <a:ext cx="254426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Material, number of MCQs, difficulty level and given topic (optional)</a:t>
              </a:r>
              <a:endParaRPr lang="en-PK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F300489-874A-4049-9913-E0EEC2542C14}"/>
              </a:ext>
            </a:extLst>
          </p:cNvPr>
          <p:cNvGrpSpPr/>
          <p:nvPr/>
        </p:nvGrpSpPr>
        <p:grpSpPr>
          <a:xfrm>
            <a:off x="2871146" y="3028805"/>
            <a:ext cx="1709238" cy="1431693"/>
            <a:chOff x="3020627" y="4870253"/>
            <a:chExt cx="1709238" cy="1431693"/>
          </a:xfrm>
        </p:grpSpPr>
        <p:pic>
          <p:nvPicPr>
            <p:cNvPr id="37" name="Graphic 36" descr="Database">
              <a:extLst>
                <a:ext uri="{FF2B5EF4-FFF2-40B4-BE49-F238E27FC236}">
                  <a16:creationId xmlns:a16="http://schemas.microsoft.com/office/drawing/2014/main" id="{13C11461-34C7-4007-9B16-7B0234959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3315609" y="4870253"/>
              <a:ext cx="816483" cy="816483"/>
            </a:xfrm>
            <a:prstGeom prst="rect">
              <a:avLst/>
            </a:prstGeom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377B9FA-74BB-4820-ABC2-8871D4B5E26A}"/>
                </a:ext>
              </a:extLst>
            </p:cNvPr>
            <p:cNvSpPr txBox="1"/>
            <p:nvPr/>
          </p:nvSpPr>
          <p:spPr>
            <a:xfrm>
              <a:off x="3020627" y="5717171"/>
              <a:ext cx="170923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Chroma DB vector search</a:t>
              </a:r>
              <a:endParaRPr lang="en-PK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5F6E851-9502-4AF3-BCE3-03EE4132585E}"/>
              </a:ext>
            </a:extLst>
          </p:cNvPr>
          <p:cNvGrpSpPr/>
          <p:nvPr/>
        </p:nvGrpSpPr>
        <p:grpSpPr>
          <a:xfrm>
            <a:off x="4911100" y="2894046"/>
            <a:ext cx="2272743" cy="2773048"/>
            <a:chOff x="5119527" y="4770853"/>
            <a:chExt cx="2272743" cy="2773048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3673760-3E9C-416D-B216-580405DB01D8}"/>
                </a:ext>
              </a:extLst>
            </p:cNvPr>
            <p:cNvSpPr txBox="1"/>
            <p:nvPr/>
          </p:nvSpPr>
          <p:spPr>
            <a:xfrm>
              <a:off x="5119527" y="5728019"/>
              <a:ext cx="2272743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 algn="just">
                <a:buClr>
                  <a:srgbClr val="800244"/>
                </a:buClr>
                <a:buFont typeface="Wingdings" panose="05000000000000000000" pitchFamily="2" charset="2"/>
                <a:buChar char="q"/>
              </a:pPr>
              <a:r>
                <a:rPr lang="en-GB" sz="1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LLM activates</a:t>
              </a:r>
            </a:p>
            <a:p>
              <a:pPr marL="285750" indent="-285750">
                <a:buClr>
                  <a:srgbClr val="800244"/>
                </a:buClr>
                <a:buFont typeface="Wingdings" panose="05000000000000000000" pitchFamily="2" charset="2"/>
                <a:buChar char="q"/>
              </a:pPr>
              <a:r>
                <a:rPr lang="en-GB" sz="1600" b="1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LangChain</a:t>
              </a:r>
              <a:r>
                <a:rPr lang="en-GB" sz="1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is integrated </a:t>
              </a:r>
            </a:p>
            <a:p>
              <a:pPr marL="285750" indent="-285750">
                <a:buClr>
                  <a:srgbClr val="800244"/>
                </a:buClr>
                <a:buFont typeface="Wingdings" panose="05000000000000000000" pitchFamily="2" charset="2"/>
                <a:buChar char="q"/>
              </a:pPr>
              <a:r>
                <a:rPr lang="en-GB" sz="1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Prompt Chaining for combining input, LLM and output response.</a:t>
              </a:r>
            </a:p>
          </p:txBody>
        </p:sp>
        <p:pic>
          <p:nvPicPr>
            <p:cNvPr id="55" name="Graphic 54" descr="Robot">
              <a:extLst>
                <a:ext uri="{FF2B5EF4-FFF2-40B4-BE49-F238E27FC236}">
                  <a16:creationId xmlns:a16="http://schemas.microsoft.com/office/drawing/2014/main" id="{2C5D65E4-5897-4D55-B221-75EF612CFF8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5801149" y="4770853"/>
              <a:ext cx="914400" cy="914400"/>
            </a:xfrm>
            <a:prstGeom prst="rect">
              <a:avLst/>
            </a:prstGeom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D794F94D-8DD8-430D-B163-4E8AC5705A57}"/>
              </a:ext>
            </a:extLst>
          </p:cNvPr>
          <p:cNvGrpSpPr/>
          <p:nvPr/>
        </p:nvGrpSpPr>
        <p:grpSpPr>
          <a:xfrm>
            <a:off x="7183843" y="2809857"/>
            <a:ext cx="2959481" cy="2085876"/>
            <a:chOff x="7333324" y="4651305"/>
            <a:chExt cx="2959481" cy="2085876"/>
          </a:xfrm>
        </p:grpSpPr>
        <p:pic>
          <p:nvPicPr>
            <p:cNvPr id="57" name="Graphic 56" descr="Open envelope">
              <a:extLst>
                <a:ext uri="{FF2B5EF4-FFF2-40B4-BE49-F238E27FC236}">
                  <a16:creationId xmlns:a16="http://schemas.microsoft.com/office/drawing/2014/main" id="{6BEFBC94-187E-4A47-958E-669A179F598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8208065" y="4651305"/>
              <a:ext cx="914400" cy="914400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201E272-C85D-4AAA-9175-003AD5BD8B1E}"/>
                </a:ext>
              </a:extLst>
            </p:cNvPr>
            <p:cNvSpPr txBox="1"/>
            <p:nvPr/>
          </p:nvSpPr>
          <p:spPr>
            <a:xfrm>
              <a:off x="7333324" y="5659963"/>
              <a:ext cx="2959481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Clr>
                  <a:srgbClr val="800244"/>
                </a:buClr>
                <a:buFont typeface="Wingdings" panose="05000000000000000000" pitchFamily="2" charset="2"/>
                <a:buChar char="q"/>
              </a:pPr>
              <a:r>
                <a:rPr lang="en-GB" sz="1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Few Shot Prompt Template  </a:t>
              </a:r>
            </a:p>
            <a:p>
              <a:pPr marL="285750" indent="-285750">
                <a:buClr>
                  <a:srgbClr val="800244"/>
                </a:buClr>
                <a:buFont typeface="Wingdings" panose="05000000000000000000" pitchFamily="2" charset="2"/>
                <a:buChar char="q"/>
              </a:pPr>
              <a:r>
                <a:rPr lang="en-GB" sz="1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JSON MCQS Format</a:t>
              </a:r>
            </a:p>
            <a:p>
              <a:pPr marL="285750" indent="-285750">
                <a:buClr>
                  <a:srgbClr val="800244"/>
                </a:buClr>
                <a:buFont typeface="Wingdings" panose="05000000000000000000" pitchFamily="2" charset="2"/>
                <a:buChar char="q"/>
              </a:pPr>
              <a:r>
                <a:rPr lang="en-GB" sz="1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Temperature setting of LLM for randomness</a:t>
              </a:r>
              <a:endParaRPr lang="en-PK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4B10BB3-1E74-4138-91E6-0F989EF70C0F}"/>
              </a:ext>
            </a:extLst>
          </p:cNvPr>
          <p:cNvGrpSpPr/>
          <p:nvPr/>
        </p:nvGrpSpPr>
        <p:grpSpPr>
          <a:xfrm>
            <a:off x="10143324" y="2789455"/>
            <a:ext cx="1723075" cy="1799307"/>
            <a:chOff x="10292805" y="4630903"/>
            <a:chExt cx="1723075" cy="1799307"/>
          </a:xfrm>
        </p:grpSpPr>
        <p:pic>
          <p:nvPicPr>
            <p:cNvPr id="60" name="Graphic 59" descr="List RTL">
              <a:extLst>
                <a:ext uri="{FF2B5EF4-FFF2-40B4-BE49-F238E27FC236}">
                  <a16:creationId xmlns:a16="http://schemas.microsoft.com/office/drawing/2014/main" id="{82854DB0-45C7-42EC-8AD5-67ADA11FC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10522939" y="4630903"/>
              <a:ext cx="914400" cy="914400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88BD22E-F61C-4BBD-9742-A7A7EFF85911}"/>
                </a:ext>
              </a:extLst>
            </p:cNvPr>
            <p:cNvSpPr txBox="1"/>
            <p:nvPr/>
          </p:nvSpPr>
          <p:spPr>
            <a:xfrm>
              <a:off x="10292805" y="5599213"/>
              <a:ext cx="172307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6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Desired MCQs for student for self assessments</a:t>
              </a:r>
              <a:endParaRPr lang="en-PK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E04FF3B-DB3F-4694-9BD7-614D9A0CABE0}"/>
              </a:ext>
            </a:extLst>
          </p:cNvPr>
          <p:cNvCxnSpPr/>
          <p:nvPr/>
        </p:nvCxnSpPr>
        <p:spPr>
          <a:xfrm>
            <a:off x="2127914" y="3460334"/>
            <a:ext cx="602992" cy="0"/>
          </a:xfrm>
          <a:prstGeom prst="straightConnector1">
            <a:avLst/>
          </a:prstGeom>
          <a:ln>
            <a:solidFill>
              <a:srgbClr val="8002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E2637655-A326-49F0-AE7C-3AC3CCFDA358}"/>
              </a:ext>
            </a:extLst>
          </p:cNvPr>
          <p:cNvCxnSpPr/>
          <p:nvPr/>
        </p:nvCxnSpPr>
        <p:spPr>
          <a:xfrm>
            <a:off x="4564843" y="3460334"/>
            <a:ext cx="602992" cy="0"/>
          </a:xfrm>
          <a:prstGeom prst="straightConnector1">
            <a:avLst/>
          </a:prstGeom>
          <a:ln>
            <a:solidFill>
              <a:srgbClr val="8002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29F8BCD-BCD8-444F-800B-255C5598AAF1}"/>
              </a:ext>
            </a:extLst>
          </p:cNvPr>
          <p:cNvCxnSpPr/>
          <p:nvPr/>
        </p:nvCxnSpPr>
        <p:spPr>
          <a:xfrm>
            <a:off x="7003798" y="3437046"/>
            <a:ext cx="602992" cy="0"/>
          </a:xfrm>
          <a:prstGeom prst="straightConnector1">
            <a:avLst/>
          </a:prstGeom>
          <a:ln>
            <a:solidFill>
              <a:srgbClr val="8002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AE90D484-4100-4638-8951-0A748FE99EE5}"/>
              </a:ext>
            </a:extLst>
          </p:cNvPr>
          <p:cNvCxnSpPr/>
          <p:nvPr/>
        </p:nvCxnSpPr>
        <p:spPr>
          <a:xfrm>
            <a:off x="9646035" y="3405962"/>
            <a:ext cx="602992" cy="0"/>
          </a:xfrm>
          <a:prstGeom prst="straightConnector1">
            <a:avLst/>
          </a:prstGeom>
          <a:ln>
            <a:solidFill>
              <a:srgbClr val="80024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48483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4462C0-50C9-46EB-B532-2ADE9DC0DB80}"/>
              </a:ext>
            </a:extLst>
          </p:cNvPr>
          <p:cNvSpPr/>
          <p:nvPr/>
        </p:nvSpPr>
        <p:spPr>
          <a:xfrm>
            <a:off x="-147788" y="-106371"/>
            <a:ext cx="12339787" cy="7210231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9" name="Circle: Hollow 8">
            <a:extLst>
              <a:ext uri="{FF2B5EF4-FFF2-40B4-BE49-F238E27FC236}">
                <a16:creationId xmlns:a16="http://schemas.microsoft.com/office/drawing/2014/main" id="{D2F77DD8-C456-481B-8B5A-4BA38D1AD51C}"/>
              </a:ext>
            </a:extLst>
          </p:cNvPr>
          <p:cNvSpPr/>
          <p:nvPr/>
        </p:nvSpPr>
        <p:spPr>
          <a:xfrm>
            <a:off x="-1038929" y="2182675"/>
            <a:ext cx="1815353" cy="1745158"/>
          </a:xfrm>
          <a:prstGeom prst="donut">
            <a:avLst>
              <a:gd name="adj" fmla="val 4722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5E67359-D04F-4E95-9E3B-46A7E0D73251}"/>
              </a:ext>
            </a:extLst>
          </p:cNvPr>
          <p:cNvSpPr/>
          <p:nvPr/>
        </p:nvSpPr>
        <p:spPr>
          <a:xfrm>
            <a:off x="-131253" y="-106371"/>
            <a:ext cx="4444826" cy="926193"/>
          </a:xfrm>
          <a:prstGeom prst="roundRect">
            <a:avLst/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Circle: Hollow 9">
            <a:extLst>
              <a:ext uri="{FF2B5EF4-FFF2-40B4-BE49-F238E27FC236}">
                <a16:creationId xmlns:a16="http://schemas.microsoft.com/office/drawing/2014/main" id="{0025D7EF-BFA9-4BBE-A09E-289FDD2B17FA}"/>
              </a:ext>
            </a:extLst>
          </p:cNvPr>
          <p:cNvSpPr/>
          <p:nvPr/>
        </p:nvSpPr>
        <p:spPr>
          <a:xfrm>
            <a:off x="10999610" y="-621132"/>
            <a:ext cx="1931895" cy="1888593"/>
          </a:xfrm>
          <a:prstGeom prst="donut">
            <a:avLst>
              <a:gd name="adj" fmla="val 4722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11" name="Circle: Hollow 10">
            <a:extLst>
              <a:ext uri="{FF2B5EF4-FFF2-40B4-BE49-F238E27FC236}">
                <a16:creationId xmlns:a16="http://schemas.microsoft.com/office/drawing/2014/main" id="{6F8A96DE-E2E5-4FEB-AEC5-67C3536C3872}"/>
              </a:ext>
            </a:extLst>
          </p:cNvPr>
          <p:cNvSpPr/>
          <p:nvPr/>
        </p:nvSpPr>
        <p:spPr>
          <a:xfrm>
            <a:off x="10727646" y="5207968"/>
            <a:ext cx="976236" cy="886715"/>
          </a:xfrm>
          <a:prstGeom prst="donut">
            <a:avLst>
              <a:gd name="adj" fmla="val 4722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B38A71-6C63-4589-B29C-2FE56209BD54}"/>
              </a:ext>
            </a:extLst>
          </p:cNvPr>
          <p:cNvSpPr txBox="1"/>
          <p:nvPr/>
        </p:nvSpPr>
        <p:spPr>
          <a:xfrm>
            <a:off x="-131253" y="58054"/>
            <a:ext cx="4638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  <a:endParaRPr lang="en-PK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D58D5EE-3045-48D0-BCDA-6D08DD524C58}"/>
              </a:ext>
            </a:extLst>
          </p:cNvPr>
          <p:cNvSpPr/>
          <p:nvPr/>
        </p:nvSpPr>
        <p:spPr>
          <a:xfrm>
            <a:off x="302625" y="6010999"/>
            <a:ext cx="5306863" cy="57012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CC"/>
              </a:gs>
              <a:gs pos="12000">
                <a:srgbClr val="800244">
                  <a:alpha val="4000"/>
                </a:srgbClr>
              </a:gs>
              <a:gs pos="76000">
                <a:srgbClr val="800244">
                  <a:alpha val="45000"/>
                </a:srgbClr>
              </a:gs>
            </a:gsLst>
            <a:lin ang="18900000" scaled="1"/>
            <a:tileRect/>
          </a:gradFill>
          <a:ln>
            <a:noFill/>
          </a:ln>
          <a:effectLst>
            <a:outerShdw blurRad="76200" dir="13500000" sy="23000" kx="1200000" algn="br" rotWithShape="0">
              <a:srgbClr val="800244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3D1D2E-A615-41C0-BFAF-FD8A7038502A}"/>
              </a:ext>
            </a:extLst>
          </p:cNvPr>
          <p:cNvSpPr txBox="1"/>
          <p:nvPr/>
        </p:nvSpPr>
        <p:spPr>
          <a:xfrm>
            <a:off x="1415245" y="6094683"/>
            <a:ext cx="4194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Desired number of MCQs</a:t>
            </a:r>
            <a:endParaRPr lang="en-PK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452239E-4FC4-475B-AD8A-21674718F8DA}"/>
              </a:ext>
            </a:extLst>
          </p:cNvPr>
          <p:cNvSpPr/>
          <p:nvPr/>
        </p:nvSpPr>
        <p:spPr>
          <a:xfrm>
            <a:off x="984000" y="5180122"/>
            <a:ext cx="5861327" cy="61135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CC"/>
              </a:gs>
              <a:gs pos="12000">
                <a:srgbClr val="800244">
                  <a:alpha val="4000"/>
                </a:srgbClr>
              </a:gs>
              <a:gs pos="76000">
                <a:srgbClr val="800244">
                  <a:alpha val="45000"/>
                </a:srgbClr>
              </a:gs>
            </a:gsLst>
            <a:lin ang="18900000" scaled="1"/>
            <a:tileRect/>
          </a:gradFill>
          <a:ln>
            <a:noFill/>
          </a:ln>
          <a:effectLst>
            <a:outerShdw blurRad="76200" dir="13500000" sy="23000" kx="1200000" algn="br" rotWithShape="0">
              <a:srgbClr val="800244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EF28FBC-E05B-4594-8789-A8C2460DF316}"/>
              </a:ext>
            </a:extLst>
          </p:cNvPr>
          <p:cNvSpPr txBox="1"/>
          <p:nvPr/>
        </p:nvSpPr>
        <p:spPr>
          <a:xfrm>
            <a:off x="1519896" y="5300159"/>
            <a:ext cx="4466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number of MCQs correctly attempted </a:t>
            </a:r>
            <a:endParaRPr lang="en-PK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14598B5-F296-441C-9184-7407146DEDE4}"/>
              </a:ext>
            </a:extLst>
          </p:cNvPr>
          <p:cNvSpPr/>
          <p:nvPr/>
        </p:nvSpPr>
        <p:spPr>
          <a:xfrm>
            <a:off x="2188142" y="4361158"/>
            <a:ext cx="5852209" cy="551912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CC"/>
              </a:gs>
              <a:gs pos="12000">
                <a:srgbClr val="800244">
                  <a:alpha val="4000"/>
                </a:srgbClr>
              </a:gs>
              <a:gs pos="76000">
                <a:srgbClr val="800244">
                  <a:alpha val="45000"/>
                </a:srgbClr>
              </a:gs>
            </a:gsLst>
            <a:lin ang="18900000" scaled="1"/>
            <a:tileRect/>
          </a:gradFill>
          <a:ln>
            <a:noFill/>
          </a:ln>
          <a:effectLst>
            <a:outerShdw blurRad="76200" dir="13500000" sy="23000" kx="1200000" algn="br" rotWithShape="0">
              <a:srgbClr val="800244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9CEE592-F198-46AB-81D8-AE0C2F75CECD}"/>
              </a:ext>
            </a:extLst>
          </p:cNvPr>
          <p:cNvSpPr txBox="1"/>
          <p:nvPr/>
        </p:nvSpPr>
        <p:spPr>
          <a:xfrm>
            <a:off x="2707092" y="4462601"/>
            <a:ext cx="5364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attempted correct and incorrect MCQs</a:t>
            </a:r>
            <a:endParaRPr lang="en-PK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18AF8FC4-E55E-482B-9BB9-659C5BEE8E91}"/>
              </a:ext>
            </a:extLst>
          </p:cNvPr>
          <p:cNvSpPr/>
          <p:nvPr/>
        </p:nvSpPr>
        <p:spPr>
          <a:xfrm>
            <a:off x="3914664" y="3445493"/>
            <a:ext cx="5831615" cy="68275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CC"/>
              </a:gs>
              <a:gs pos="12000">
                <a:srgbClr val="800244">
                  <a:alpha val="4000"/>
                </a:srgbClr>
              </a:gs>
              <a:gs pos="76000">
                <a:srgbClr val="800244">
                  <a:alpha val="45000"/>
                </a:srgbClr>
              </a:gs>
            </a:gsLst>
            <a:lin ang="18900000" scaled="1"/>
            <a:tileRect/>
          </a:gradFill>
          <a:ln>
            <a:noFill/>
          </a:ln>
          <a:effectLst>
            <a:outerShdw blurRad="76200" dir="13500000" sy="23000" kx="1200000" algn="br" rotWithShape="0">
              <a:srgbClr val="800244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AA66BB1-023F-4935-BFAD-DE57457BA287}"/>
              </a:ext>
            </a:extLst>
          </p:cNvPr>
          <p:cNvSpPr txBox="1"/>
          <p:nvPr/>
        </p:nvSpPr>
        <p:spPr>
          <a:xfrm>
            <a:off x="4440859" y="3432261"/>
            <a:ext cx="4779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Suggestions on improvements and returns correct answers of incorrect MCQs</a:t>
            </a:r>
            <a:endParaRPr lang="en-PK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997A8325-3C99-4A8B-9E26-B25525DEEFFF}"/>
              </a:ext>
            </a:extLst>
          </p:cNvPr>
          <p:cNvSpPr/>
          <p:nvPr/>
        </p:nvSpPr>
        <p:spPr>
          <a:xfrm>
            <a:off x="6197634" y="1514398"/>
            <a:ext cx="5767923" cy="608859"/>
          </a:xfrm>
          <a:prstGeom prst="roundRect">
            <a:avLst>
              <a:gd name="adj" fmla="val 44075"/>
            </a:avLst>
          </a:prstGeom>
          <a:gradFill flip="none" rotWithShape="1">
            <a:gsLst>
              <a:gs pos="0">
                <a:srgbClr val="FFFFCC"/>
              </a:gs>
              <a:gs pos="12000">
                <a:srgbClr val="800244">
                  <a:alpha val="4000"/>
                </a:srgbClr>
              </a:gs>
              <a:gs pos="76000">
                <a:srgbClr val="800244">
                  <a:alpha val="45000"/>
                </a:srgbClr>
              </a:gs>
            </a:gsLst>
            <a:lin ang="18900000" scaled="1"/>
            <a:tileRect/>
          </a:gradFill>
          <a:ln>
            <a:noFill/>
          </a:ln>
          <a:effectLst>
            <a:outerShdw blurRad="76200" dir="13500000" sy="23000" kx="1200000" algn="br" rotWithShape="0">
              <a:srgbClr val="800244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1C482C5-78AE-4C4A-9AF7-6257A4297116}"/>
              </a:ext>
            </a:extLst>
          </p:cNvPr>
          <p:cNvSpPr txBox="1"/>
          <p:nvPr/>
        </p:nvSpPr>
        <p:spPr>
          <a:xfrm>
            <a:off x="6579477" y="1614373"/>
            <a:ext cx="5124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Retake quiz option on the same uploaded material</a:t>
            </a:r>
            <a:endParaRPr lang="en-PK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8D84C91C-5D3B-4B95-9746-AC45F9C69EDA}"/>
              </a:ext>
            </a:extLst>
          </p:cNvPr>
          <p:cNvSpPr/>
          <p:nvPr/>
        </p:nvSpPr>
        <p:spPr>
          <a:xfrm>
            <a:off x="5389417" y="2459124"/>
            <a:ext cx="5843380" cy="71931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FFFFCC"/>
              </a:gs>
              <a:gs pos="12000">
                <a:srgbClr val="800244">
                  <a:alpha val="4000"/>
                </a:srgbClr>
              </a:gs>
              <a:gs pos="76000">
                <a:srgbClr val="800244">
                  <a:alpha val="45000"/>
                </a:srgbClr>
              </a:gs>
            </a:gsLst>
            <a:lin ang="18900000" scaled="1"/>
            <a:tileRect/>
          </a:gradFill>
          <a:ln>
            <a:noFill/>
          </a:ln>
          <a:effectLst>
            <a:outerShdw blurRad="76200" dir="13500000" sy="23000" kx="1200000" algn="br" rotWithShape="0">
              <a:srgbClr val="800244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DDFE937-49F9-4B03-8C9A-4D7F0F0A8D71}"/>
              </a:ext>
            </a:extLst>
          </p:cNvPr>
          <p:cNvSpPr txBox="1"/>
          <p:nvPr/>
        </p:nvSpPr>
        <p:spPr>
          <a:xfrm>
            <a:off x="5237652" y="2467512"/>
            <a:ext cx="6192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chart displaying the performance </a:t>
            </a:r>
          </a:p>
          <a:p>
            <a:pPr algn="ctr"/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each attempt of same sample</a:t>
            </a:r>
            <a:endParaRPr lang="en-PK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Half Frame 14">
            <a:extLst>
              <a:ext uri="{FF2B5EF4-FFF2-40B4-BE49-F238E27FC236}">
                <a16:creationId xmlns:a16="http://schemas.microsoft.com/office/drawing/2014/main" id="{7F6BE4E3-25AF-4589-B216-79B1067F628F}"/>
              </a:ext>
            </a:extLst>
          </p:cNvPr>
          <p:cNvSpPr/>
          <p:nvPr/>
        </p:nvSpPr>
        <p:spPr>
          <a:xfrm rot="10800000">
            <a:off x="5609488" y="5779250"/>
            <a:ext cx="377230" cy="471315"/>
          </a:xfrm>
          <a:prstGeom prst="halfFrame">
            <a:avLst>
              <a:gd name="adj1" fmla="val 13849"/>
              <a:gd name="adj2" fmla="val 13849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34" name="Half Frame 33">
            <a:extLst>
              <a:ext uri="{FF2B5EF4-FFF2-40B4-BE49-F238E27FC236}">
                <a16:creationId xmlns:a16="http://schemas.microsoft.com/office/drawing/2014/main" id="{474AE2B5-5484-4DA7-89F5-7E9300683AC8}"/>
              </a:ext>
            </a:extLst>
          </p:cNvPr>
          <p:cNvSpPr/>
          <p:nvPr/>
        </p:nvSpPr>
        <p:spPr>
          <a:xfrm rot="10800000">
            <a:off x="6830471" y="4933185"/>
            <a:ext cx="377230" cy="471315"/>
          </a:xfrm>
          <a:prstGeom prst="halfFrame">
            <a:avLst>
              <a:gd name="adj1" fmla="val 13849"/>
              <a:gd name="adj2" fmla="val 13849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37" name="Half Frame 36">
            <a:extLst>
              <a:ext uri="{FF2B5EF4-FFF2-40B4-BE49-F238E27FC236}">
                <a16:creationId xmlns:a16="http://schemas.microsoft.com/office/drawing/2014/main" id="{7701F848-8DF9-4CB0-9B4A-796BC987A728}"/>
              </a:ext>
            </a:extLst>
          </p:cNvPr>
          <p:cNvSpPr/>
          <p:nvPr/>
        </p:nvSpPr>
        <p:spPr>
          <a:xfrm rot="10800000">
            <a:off x="8051454" y="4084989"/>
            <a:ext cx="377230" cy="473445"/>
          </a:xfrm>
          <a:prstGeom prst="halfFrame">
            <a:avLst>
              <a:gd name="adj1" fmla="val 13849"/>
              <a:gd name="adj2" fmla="val 13849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38" name="Half Frame 37">
            <a:extLst>
              <a:ext uri="{FF2B5EF4-FFF2-40B4-BE49-F238E27FC236}">
                <a16:creationId xmlns:a16="http://schemas.microsoft.com/office/drawing/2014/main" id="{31B10D86-0CD8-401F-A8CC-2A4000143F48}"/>
              </a:ext>
            </a:extLst>
          </p:cNvPr>
          <p:cNvSpPr/>
          <p:nvPr/>
        </p:nvSpPr>
        <p:spPr>
          <a:xfrm rot="10800000">
            <a:off x="9746279" y="3189966"/>
            <a:ext cx="377230" cy="471315"/>
          </a:xfrm>
          <a:prstGeom prst="halfFrame">
            <a:avLst>
              <a:gd name="adj1" fmla="val 13849"/>
              <a:gd name="adj2" fmla="val 13849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39" name="Half Frame 38">
            <a:extLst>
              <a:ext uri="{FF2B5EF4-FFF2-40B4-BE49-F238E27FC236}">
                <a16:creationId xmlns:a16="http://schemas.microsoft.com/office/drawing/2014/main" id="{2507B1C9-6606-462E-BDB6-31549E06FC56}"/>
              </a:ext>
            </a:extLst>
          </p:cNvPr>
          <p:cNvSpPr/>
          <p:nvPr/>
        </p:nvSpPr>
        <p:spPr>
          <a:xfrm rot="10800000">
            <a:off x="11240795" y="2152423"/>
            <a:ext cx="377230" cy="471315"/>
          </a:xfrm>
          <a:prstGeom prst="halfFrame">
            <a:avLst>
              <a:gd name="adj1" fmla="val 13849"/>
              <a:gd name="adj2" fmla="val 13849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6218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4462C0-50C9-46EB-B532-2ADE9DC0DB80}"/>
              </a:ext>
            </a:extLst>
          </p:cNvPr>
          <p:cNvSpPr/>
          <p:nvPr/>
        </p:nvSpPr>
        <p:spPr>
          <a:xfrm>
            <a:off x="-94499" y="-29902"/>
            <a:ext cx="12313024" cy="688790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9" name="Circle: Hollow 8">
            <a:extLst>
              <a:ext uri="{FF2B5EF4-FFF2-40B4-BE49-F238E27FC236}">
                <a16:creationId xmlns:a16="http://schemas.microsoft.com/office/drawing/2014/main" id="{D2F77DD8-C456-481B-8B5A-4BA38D1AD51C}"/>
              </a:ext>
            </a:extLst>
          </p:cNvPr>
          <p:cNvSpPr/>
          <p:nvPr/>
        </p:nvSpPr>
        <p:spPr>
          <a:xfrm>
            <a:off x="-1434647" y="4062300"/>
            <a:ext cx="1815353" cy="1745158"/>
          </a:xfrm>
          <a:prstGeom prst="donut">
            <a:avLst>
              <a:gd name="adj" fmla="val 4722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5E67359-D04F-4E95-9E3B-46A7E0D73251}"/>
              </a:ext>
            </a:extLst>
          </p:cNvPr>
          <p:cNvSpPr/>
          <p:nvPr/>
        </p:nvSpPr>
        <p:spPr>
          <a:xfrm>
            <a:off x="-94499" y="-109154"/>
            <a:ext cx="4444826" cy="926193"/>
          </a:xfrm>
          <a:prstGeom prst="roundRect">
            <a:avLst/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Circle: Hollow 9">
            <a:extLst>
              <a:ext uri="{FF2B5EF4-FFF2-40B4-BE49-F238E27FC236}">
                <a16:creationId xmlns:a16="http://schemas.microsoft.com/office/drawing/2014/main" id="{0025D7EF-BFA9-4BBE-A09E-289FDD2B17FA}"/>
              </a:ext>
            </a:extLst>
          </p:cNvPr>
          <p:cNvSpPr/>
          <p:nvPr/>
        </p:nvSpPr>
        <p:spPr>
          <a:xfrm>
            <a:off x="11146412" y="417501"/>
            <a:ext cx="1931895" cy="1888593"/>
          </a:xfrm>
          <a:prstGeom prst="donut">
            <a:avLst>
              <a:gd name="adj" fmla="val 4722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11" name="Circle: Hollow 10">
            <a:extLst>
              <a:ext uri="{FF2B5EF4-FFF2-40B4-BE49-F238E27FC236}">
                <a16:creationId xmlns:a16="http://schemas.microsoft.com/office/drawing/2014/main" id="{6F8A96DE-E2E5-4FEB-AEC5-67C3536C3872}"/>
              </a:ext>
            </a:extLst>
          </p:cNvPr>
          <p:cNvSpPr/>
          <p:nvPr/>
        </p:nvSpPr>
        <p:spPr>
          <a:xfrm>
            <a:off x="10038130" y="5290248"/>
            <a:ext cx="976236" cy="933453"/>
          </a:xfrm>
          <a:prstGeom prst="donut">
            <a:avLst>
              <a:gd name="adj" fmla="val 4722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B38A71-6C63-4589-B29C-2FE56209BD54}"/>
              </a:ext>
            </a:extLst>
          </p:cNvPr>
          <p:cNvSpPr txBox="1"/>
          <p:nvPr/>
        </p:nvSpPr>
        <p:spPr>
          <a:xfrm>
            <a:off x="-191481" y="91054"/>
            <a:ext cx="4638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PK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18AB8B-2398-425C-906D-5C7AAA555D44}"/>
              </a:ext>
            </a:extLst>
          </p:cNvPr>
          <p:cNvSpPr txBox="1"/>
          <p:nvPr/>
        </p:nvSpPr>
        <p:spPr>
          <a:xfrm>
            <a:off x="3934691" y="1430506"/>
            <a:ext cx="4322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PK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C583EB-0683-456C-A9B6-CC369A5DBA67}"/>
              </a:ext>
            </a:extLst>
          </p:cNvPr>
          <p:cNvSpPr txBox="1"/>
          <p:nvPr/>
        </p:nvSpPr>
        <p:spPr>
          <a:xfrm>
            <a:off x="3725756" y="2608578"/>
            <a:ext cx="4738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Bootstrap and React JS </a:t>
            </a:r>
            <a:endParaRPr lang="en-PK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0949C8-56AA-4EDC-9696-E4FB2D9F1955}"/>
              </a:ext>
            </a:extLst>
          </p:cNvPr>
          <p:cNvSpPr txBox="1"/>
          <p:nvPr/>
        </p:nvSpPr>
        <p:spPr>
          <a:xfrm>
            <a:off x="4389164" y="3753996"/>
            <a:ext cx="4738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GPT 4.0 Mini Model , </a:t>
            </a:r>
            <a:r>
              <a:rPr lang="en-GB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endParaRPr lang="en-PK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C304A5-8A7B-4D57-8706-89D10E0F3754}"/>
              </a:ext>
            </a:extLst>
          </p:cNvPr>
          <p:cNvSpPr txBox="1"/>
          <p:nvPr/>
        </p:nvSpPr>
        <p:spPr>
          <a:xfrm>
            <a:off x="4342960" y="4315469"/>
            <a:ext cx="7849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PYPDF2, Pytesseract (OCR), Propeller, Pillow, python-pptx, python-docx, re</a:t>
            </a:r>
            <a:endParaRPr lang="en-PK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88C2930-3C12-460B-993C-7BEE6F6419DB}"/>
              </a:ext>
            </a:extLst>
          </p:cNvPr>
          <p:cNvSpPr txBox="1"/>
          <p:nvPr/>
        </p:nvSpPr>
        <p:spPr>
          <a:xfrm>
            <a:off x="4350327" y="4827320"/>
            <a:ext cx="5368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Hugging Face Embedding, Chroma DB</a:t>
            </a:r>
            <a:endParaRPr lang="en-PK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45B5AA-0F2E-4D09-8045-63DBD1EAFB4D}"/>
              </a:ext>
            </a:extLst>
          </p:cNvPr>
          <p:cNvSpPr txBox="1"/>
          <p:nvPr/>
        </p:nvSpPr>
        <p:spPr>
          <a:xfrm>
            <a:off x="3725756" y="5489612"/>
            <a:ext cx="4738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Flask </a:t>
            </a:r>
            <a:endParaRPr lang="en-PK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637BB7-10EF-4AA5-9130-F9688A6CE475}"/>
              </a:ext>
            </a:extLst>
          </p:cNvPr>
          <p:cNvSpPr txBox="1"/>
          <p:nvPr/>
        </p:nvSpPr>
        <p:spPr>
          <a:xfrm>
            <a:off x="3703702" y="5921839"/>
            <a:ext cx="4738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endParaRPr lang="en-PK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ED13113-4171-4D88-805E-FC5787374CF4}"/>
              </a:ext>
            </a:extLst>
          </p:cNvPr>
          <p:cNvGrpSpPr/>
          <p:nvPr/>
        </p:nvGrpSpPr>
        <p:grpSpPr>
          <a:xfrm>
            <a:off x="1127507" y="2640819"/>
            <a:ext cx="2525091" cy="370800"/>
            <a:chOff x="1177636" y="2933503"/>
            <a:chExt cx="2525091" cy="370800"/>
          </a:xfrm>
        </p:grpSpPr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7D58D5EE-3045-48D0-BCDA-6D08DD524C58}"/>
                </a:ext>
              </a:extLst>
            </p:cNvPr>
            <p:cNvSpPr/>
            <p:nvPr/>
          </p:nvSpPr>
          <p:spPr>
            <a:xfrm>
              <a:off x="1177636" y="2959133"/>
              <a:ext cx="2525091" cy="345170"/>
            </a:xfrm>
            <a:prstGeom prst="roundRect">
              <a:avLst/>
            </a:prstGeom>
            <a:solidFill>
              <a:srgbClr val="8002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03D1D2E-A615-41C0-BFAF-FD8A7038502A}"/>
                </a:ext>
              </a:extLst>
            </p:cNvPr>
            <p:cNvSpPr txBox="1"/>
            <p:nvPr/>
          </p:nvSpPr>
          <p:spPr>
            <a:xfrm>
              <a:off x="1867592" y="2933503"/>
              <a:ext cx="14824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Frontend</a:t>
              </a:r>
              <a:endParaRPr lang="en-PK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FD2CFF3-5FF7-486C-8B0C-6ADDB9C5CD57}"/>
              </a:ext>
            </a:extLst>
          </p:cNvPr>
          <p:cNvGrpSpPr/>
          <p:nvPr/>
        </p:nvGrpSpPr>
        <p:grpSpPr>
          <a:xfrm>
            <a:off x="1810502" y="3776574"/>
            <a:ext cx="2525091" cy="369332"/>
            <a:chOff x="1177636" y="2957549"/>
            <a:chExt cx="2525091" cy="369332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E0B1BAB4-0CF1-46CE-89CB-50A5D983527C}"/>
                </a:ext>
              </a:extLst>
            </p:cNvPr>
            <p:cNvSpPr/>
            <p:nvPr/>
          </p:nvSpPr>
          <p:spPr>
            <a:xfrm>
              <a:off x="1177636" y="2959133"/>
              <a:ext cx="2525091" cy="345170"/>
            </a:xfrm>
            <a:prstGeom prst="roundRect">
              <a:avLst/>
            </a:prstGeom>
            <a:solidFill>
              <a:srgbClr val="8002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75331AE-9DBD-4A84-AFE0-2F65D1325EE8}"/>
                </a:ext>
              </a:extLst>
            </p:cNvPr>
            <p:cNvSpPr txBox="1"/>
            <p:nvPr/>
          </p:nvSpPr>
          <p:spPr>
            <a:xfrm>
              <a:off x="1474157" y="2957549"/>
              <a:ext cx="20446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LLM Frameworks</a:t>
              </a:r>
              <a:endParaRPr lang="en-PK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B8635F0-D3D6-4E26-B90B-DFCC5A892C17}"/>
              </a:ext>
            </a:extLst>
          </p:cNvPr>
          <p:cNvGrpSpPr/>
          <p:nvPr/>
        </p:nvGrpSpPr>
        <p:grpSpPr>
          <a:xfrm>
            <a:off x="1524874" y="4303075"/>
            <a:ext cx="3096346" cy="369332"/>
            <a:chOff x="908788" y="2946739"/>
            <a:chExt cx="3096346" cy="369332"/>
          </a:xfrm>
        </p:grpSpPr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75143D93-2D6A-4451-8829-B879F841F837}"/>
                </a:ext>
              </a:extLst>
            </p:cNvPr>
            <p:cNvSpPr/>
            <p:nvPr/>
          </p:nvSpPr>
          <p:spPr>
            <a:xfrm>
              <a:off x="1177636" y="2959133"/>
              <a:ext cx="2525091" cy="345170"/>
            </a:xfrm>
            <a:prstGeom prst="roundRect">
              <a:avLst/>
            </a:prstGeom>
            <a:solidFill>
              <a:srgbClr val="8002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8AD2771-FAAA-4111-9072-4750E3A8EA94}"/>
                </a:ext>
              </a:extLst>
            </p:cNvPr>
            <p:cNvSpPr txBox="1"/>
            <p:nvPr/>
          </p:nvSpPr>
          <p:spPr>
            <a:xfrm>
              <a:off x="908788" y="2946739"/>
              <a:ext cx="30963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Text Extraction</a:t>
              </a:r>
              <a:endParaRPr lang="en-PK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592931C-60EF-4283-8547-F6AB4098FD51}"/>
              </a:ext>
            </a:extLst>
          </p:cNvPr>
          <p:cNvGrpSpPr/>
          <p:nvPr/>
        </p:nvGrpSpPr>
        <p:grpSpPr>
          <a:xfrm>
            <a:off x="1793722" y="4825546"/>
            <a:ext cx="2525091" cy="369332"/>
            <a:chOff x="1177636" y="2944724"/>
            <a:chExt cx="2525091" cy="369332"/>
          </a:xfrm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DCDE435A-F22B-46AB-9796-4D0817C2E7FB}"/>
                </a:ext>
              </a:extLst>
            </p:cNvPr>
            <p:cNvSpPr/>
            <p:nvPr/>
          </p:nvSpPr>
          <p:spPr>
            <a:xfrm>
              <a:off x="1177636" y="2959133"/>
              <a:ext cx="2525091" cy="345170"/>
            </a:xfrm>
            <a:prstGeom prst="roundRect">
              <a:avLst/>
            </a:prstGeom>
            <a:solidFill>
              <a:srgbClr val="8002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3C20889-4D83-4606-8066-DEE2C8C8CCB1}"/>
                </a:ext>
              </a:extLst>
            </p:cNvPr>
            <p:cNvSpPr txBox="1"/>
            <p:nvPr/>
          </p:nvSpPr>
          <p:spPr>
            <a:xfrm>
              <a:off x="1453820" y="2944724"/>
              <a:ext cx="21189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Embeddings</a:t>
              </a:r>
              <a:endParaRPr lang="en-PK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E3D11DE-EC8F-41CB-AA9C-67309B345919}"/>
              </a:ext>
            </a:extLst>
          </p:cNvPr>
          <p:cNvGrpSpPr/>
          <p:nvPr/>
        </p:nvGrpSpPr>
        <p:grpSpPr>
          <a:xfrm>
            <a:off x="1130314" y="5479921"/>
            <a:ext cx="2525091" cy="369332"/>
            <a:chOff x="1177636" y="2944724"/>
            <a:chExt cx="2525091" cy="369332"/>
          </a:xfrm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3122AB71-4CAC-41C5-8102-D65D92145EE1}"/>
                </a:ext>
              </a:extLst>
            </p:cNvPr>
            <p:cNvSpPr/>
            <p:nvPr/>
          </p:nvSpPr>
          <p:spPr>
            <a:xfrm>
              <a:off x="1177636" y="2959133"/>
              <a:ext cx="2525091" cy="345170"/>
            </a:xfrm>
            <a:prstGeom prst="roundRect">
              <a:avLst/>
            </a:prstGeom>
            <a:solidFill>
              <a:srgbClr val="8002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EFDF4DBC-F5BA-464D-A55F-074932EFE409}"/>
                </a:ext>
              </a:extLst>
            </p:cNvPr>
            <p:cNvSpPr txBox="1"/>
            <p:nvPr/>
          </p:nvSpPr>
          <p:spPr>
            <a:xfrm>
              <a:off x="1453820" y="2944724"/>
              <a:ext cx="21189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Backend</a:t>
              </a:r>
              <a:endParaRPr lang="en-PK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DF1ABA5-D0B7-4C48-840B-A5488C163934}"/>
              </a:ext>
            </a:extLst>
          </p:cNvPr>
          <p:cNvGrpSpPr/>
          <p:nvPr/>
        </p:nvGrpSpPr>
        <p:grpSpPr>
          <a:xfrm>
            <a:off x="1130314" y="5952800"/>
            <a:ext cx="2525091" cy="369332"/>
            <a:chOff x="1177636" y="2944724"/>
            <a:chExt cx="2525091" cy="369332"/>
          </a:xfrm>
        </p:grpSpPr>
        <p:sp>
          <p:nvSpPr>
            <p:cNvPr id="71" name="Rectangle: Rounded Corners 70">
              <a:extLst>
                <a:ext uri="{FF2B5EF4-FFF2-40B4-BE49-F238E27FC236}">
                  <a16:creationId xmlns:a16="http://schemas.microsoft.com/office/drawing/2014/main" id="{FC5A8570-E614-4DF4-99D3-7CB0618ADA52}"/>
                </a:ext>
              </a:extLst>
            </p:cNvPr>
            <p:cNvSpPr/>
            <p:nvPr/>
          </p:nvSpPr>
          <p:spPr>
            <a:xfrm>
              <a:off x="1177636" y="2959133"/>
              <a:ext cx="2525091" cy="345170"/>
            </a:xfrm>
            <a:prstGeom prst="roundRect">
              <a:avLst/>
            </a:prstGeom>
            <a:solidFill>
              <a:srgbClr val="8002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6795189-EDA4-4A15-A43E-37827A13FCE9}"/>
                </a:ext>
              </a:extLst>
            </p:cNvPr>
            <p:cNvSpPr txBox="1"/>
            <p:nvPr/>
          </p:nvSpPr>
          <p:spPr>
            <a:xfrm>
              <a:off x="1453820" y="2944724"/>
              <a:ext cx="21189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Database</a:t>
              </a:r>
              <a:endParaRPr lang="en-PK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1EE35F2-A02B-48D8-9C3F-68C61B07A509}"/>
              </a:ext>
            </a:extLst>
          </p:cNvPr>
          <p:cNvGrpSpPr/>
          <p:nvPr/>
        </p:nvGrpSpPr>
        <p:grpSpPr>
          <a:xfrm>
            <a:off x="1127508" y="3220239"/>
            <a:ext cx="2525091" cy="373794"/>
            <a:chOff x="1177636" y="2930509"/>
            <a:chExt cx="2525091" cy="373794"/>
          </a:xfrm>
          <a:solidFill>
            <a:srgbClr val="5E0232"/>
          </a:solidFill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40B192E0-9244-4C31-A45D-3999A65639EA}"/>
                </a:ext>
              </a:extLst>
            </p:cNvPr>
            <p:cNvSpPr/>
            <p:nvPr/>
          </p:nvSpPr>
          <p:spPr>
            <a:xfrm>
              <a:off x="1177636" y="2959133"/>
              <a:ext cx="2525091" cy="345170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K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9E401A7-E376-4166-8B87-9D9C3F0A1AAA}"/>
                </a:ext>
              </a:extLst>
            </p:cNvPr>
            <p:cNvSpPr txBox="1"/>
            <p:nvPr/>
          </p:nvSpPr>
          <p:spPr>
            <a:xfrm>
              <a:off x="1401237" y="2930509"/>
              <a:ext cx="21175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RAG Pipeline </a:t>
              </a:r>
              <a:endParaRPr lang="en-PK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05984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4462C0-50C9-46EB-B532-2ADE9DC0DB80}"/>
              </a:ext>
            </a:extLst>
          </p:cNvPr>
          <p:cNvSpPr/>
          <p:nvPr/>
        </p:nvSpPr>
        <p:spPr>
          <a:xfrm>
            <a:off x="-94499" y="0"/>
            <a:ext cx="12313024" cy="6858000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9" name="Circle: Hollow 8">
            <a:extLst>
              <a:ext uri="{FF2B5EF4-FFF2-40B4-BE49-F238E27FC236}">
                <a16:creationId xmlns:a16="http://schemas.microsoft.com/office/drawing/2014/main" id="{D2F77DD8-C456-481B-8B5A-4BA38D1AD51C}"/>
              </a:ext>
            </a:extLst>
          </p:cNvPr>
          <p:cNvSpPr/>
          <p:nvPr/>
        </p:nvSpPr>
        <p:spPr>
          <a:xfrm>
            <a:off x="-871539" y="2146937"/>
            <a:ext cx="1815353" cy="1745158"/>
          </a:xfrm>
          <a:prstGeom prst="donut">
            <a:avLst>
              <a:gd name="adj" fmla="val 4722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5E67359-D04F-4E95-9E3B-46A7E0D73251}"/>
              </a:ext>
            </a:extLst>
          </p:cNvPr>
          <p:cNvSpPr/>
          <p:nvPr/>
        </p:nvSpPr>
        <p:spPr>
          <a:xfrm>
            <a:off x="3507683" y="2965902"/>
            <a:ext cx="4444826" cy="926193"/>
          </a:xfrm>
          <a:prstGeom prst="roundRect">
            <a:avLst/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Circle: Hollow 9">
            <a:extLst>
              <a:ext uri="{FF2B5EF4-FFF2-40B4-BE49-F238E27FC236}">
                <a16:creationId xmlns:a16="http://schemas.microsoft.com/office/drawing/2014/main" id="{0025D7EF-BFA9-4BBE-A09E-289FDD2B17FA}"/>
              </a:ext>
            </a:extLst>
          </p:cNvPr>
          <p:cNvSpPr/>
          <p:nvPr/>
        </p:nvSpPr>
        <p:spPr>
          <a:xfrm>
            <a:off x="11252577" y="526473"/>
            <a:ext cx="1931895" cy="1888593"/>
          </a:xfrm>
          <a:prstGeom prst="donut">
            <a:avLst>
              <a:gd name="adj" fmla="val 4722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11" name="Circle: Hollow 10">
            <a:extLst>
              <a:ext uri="{FF2B5EF4-FFF2-40B4-BE49-F238E27FC236}">
                <a16:creationId xmlns:a16="http://schemas.microsoft.com/office/drawing/2014/main" id="{6F8A96DE-E2E5-4FEB-AEC5-67C3536C3872}"/>
              </a:ext>
            </a:extLst>
          </p:cNvPr>
          <p:cNvSpPr/>
          <p:nvPr/>
        </p:nvSpPr>
        <p:spPr>
          <a:xfrm>
            <a:off x="10764459" y="5148692"/>
            <a:ext cx="976236" cy="933453"/>
          </a:xfrm>
          <a:prstGeom prst="donut">
            <a:avLst>
              <a:gd name="adj" fmla="val 4722"/>
            </a:avLst>
          </a:prstGeom>
          <a:solidFill>
            <a:srgbClr val="8002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B38A71-6C63-4589-B29C-2FE56209BD54}"/>
              </a:ext>
            </a:extLst>
          </p:cNvPr>
          <p:cNvSpPr txBox="1"/>
          <p:nvPr/>
        </p:nvSpPr>
        <p:spPr>
          <a:xfrm>
            <a:off x="3410701" y="3105834"/>
            <a:ext cx="4638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PK" sz="5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357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754</TotalTime>
  <Words>529</Words>
  <Application>Microsoft Office PowerPoint</Application>
  <PresentationFormat>Widescreen</PresentationFormat>
  <Paragraphs>82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Mehnoor Fayyaz</dc:creator>
  <cp:lastModifiedBy>PMYLS</cp:lastModifiedBy>
  <cp:revision>18</cp:revision>
  <dcterms:created xsi:type="dcterms:W3CDTF">2025-10-01T12:20:03Z</dcterms:created>
  <dcterms:modified xsi:type="dcterms:W3CDTF">2025-11-12T15:05:12Z</dcterms:modified>
</cp:coreProperties>
</file>